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83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D37"/>
    <a:srgbClr val="2D78E9"/>
    <a:srgbClr val="43D5D4"/>
    <a:srgbClr val="445774"/>
    <a:srgbClr val="E056D2"/>
    <a:srgbClr val="55CA6E"/>
    <a:srgbClr val="88AEE8"/>
    <a:srgbClr val="CD2A65"/>
    <a:srgbClr val="D8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6291"/>
  </p:normalViewPr>
  <p:slideViewPr>
    <p:cSldViewPr snapToGrid="0" snapToObjects="1">
      <p:cViewPr varScale="1">
        <p:scale>
          <a:sx n="70" d="100"/>
          <a:sy n="70" d="100"/>
        </p:scale>
        <p:origin x="798" y="78"/>
      </p:cViewPr>
      <p:guideLst>
        <p:guide pos="3683"/>
        <p:guide orient="horz" pos="2137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6/12/2023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6/12/2023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1C635F4-0B82-AF49-B969-C8ED08ADB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938" y="1769134"/>
            <a:ext cx="4552886" cy="1658279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3026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216" y="207300"/>
            <a:ext cx="742283" cy="69515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618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- C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298"/>
            <a:ext cx="9544050" cy="543697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0986287-845D-2E41-9394-99168826691A}"/>
              </a:ext>
            </a:extLst>
          </p:cNvPr>
          <p:cNvSpPr/>
          <p:nvPr userDrawn="1"/>
        </p:nvSpPr>
        <p:spPr>
          <a:xfrm>
            <a:off x="-1" y="731666"/>
            <a:ext cx="4490308" cy="5432605"/>
          </a:xfrm>
          <a:prstGeom prst="rect">
            <a:avLst/>
          </a:prstGeom>
          <a:gradFill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F4FA4B-75DF-F24F-A621-D5ED0B5FD768}"/>
              </a:ext>
            </a:extLst>
          </p:cNvPr>
          <p:cNvSpPr/>
          <p:nvPr userDrawn="1"/>
        </p:nvSpPr>
        <p:spPr>
          <a:xfrm>
            <a:off x="4490307" y="727298"/>
            <a:ext cx="7706456" cy="5432605"/>
          </a:xfrm>
          <a:prstGeom prst="rect">
            <a:avLst/>
          </a:prstGeom>
          <a:gradFill>
            <a:gsLst>
              <a:gs pos="43000">
                <a:schemeClr val="tx2">
                  <a:lumMod val="75000"/>
                  <a:alpha val="75000"/>
                </a:schemeClr>
              </a:gs>
              <a:gs pos="61000">
                <a:schemeClr val="tx2">
                  <a:lumMod val="75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0B042A-99E0-394B-8BBC-51332CD929C7}"/>
              </a:ext>
            </a:extLst>
          </p:cNvPr>
          <p:cNvSpPr txBox="1"/>
          <p:nvPr userDrawn="1"/>
        </p:nvSpPr>
        <p:spPr>
          <a:xfrm>
            <a:off x="3890142" y="1693549"/>
            <a:ext cx="1200329" cy="36233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Impact" panose="020B0806030902050204" pitchFamily="34" charset="0"/>
                <a:ea typeface="包图粗黑体" panose="02000800000000000000" pitchFamily="2" charset="-122"/>
              </a:rPr>
              <a:t>CONTENTS</a:t>
            </a:r>
            <a:endParaRPr lang="zh-CN" altLang="en-US" sz="6600" dirty="0">
              <a:solidFill>
                <a:schemeClr val="bg1"/>
              </a:solidFill>
              <a:latin typeface="Impact" panose="020B0806030902050204" pitchFamily="34" charset="0"/>
              <a:ea typeface="包图粗黑体" panose="02000800000000000000" pitchFamily="2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267093"/>
            <a:ext cx="1009472" cy="276160"/>
          </a:xfrm>
          <a:prstGeom prst="rect">
            <a:avLst/>
          </a:prstGeom>
        </p:spPr>
      </p:pic>
      <p:sp>
        <p:nvSpPr>
          <p:cNvPr id="35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610" y="1693549"/>
            <a:ext cx="3187890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4688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D87C2A-73DF-C84F-B35C-F4907DAAE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1" t="16109" r="25546" b="12236"/>
          <a:stretch/>
        </p:blipFill>
        <p:spPr>
          <a:xfrm>
            <a:off x="198519" y="231060"/>
            <a:ext cx="715555" cy="6426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740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04"/>
          <a:stretch/>
        </p:blipFill>
        <p:spPr>
          <a:xfrm>
            <a:off x="-1" y="6363152"/>
            <a:ext cx="12196761" cy="494846"/>
          </a:xfrm>
          <a:prstGeom prst="rect">
            <a:avLst/>
          </a:prstGeom>
        </p:spPr>
      </p:pic>
      <p:sp>
        <p:nvSpPr>
          <p:cNvPr id="6" name="单圆角矩形 5">
            <a:extLst>
              <a:ext uri="{FF2B5EF4-FFF2-40B4-BE49-F238E27FC236}">
                <a16:creationId xmlns:a16="http://schemas.microsoft.com/office/drawing/2014/main" id="{6243F025-88A4-544F-B7F0-42CB2621389B}"/>
              </a:ext>
            </a:extLst>
          </p:cNvPr>
          <p:cNvSpPr/>
          <p:nvPr userDrawn="1"/>
        </p:nvSpPr>
        <p:spPr>
          <a:xfrm rot="10800000">
            <a:off x="-4" y="-1"/>
            <a:ext cx="12196765" cy="6718894"/>
          </a:xfrm>
          <a:prstGeom prst="round1Rect">
            <a:avLst>
              <a:gd name="adj" fmla="val 51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152" y="215432"/>
            <a:ext cx="742283" cy="6951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4808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12"/>
          <a:stretch/>
        </p:blipFill>
        <p:spPr>
          <a:xfrm>
            <a:off x="5131" y="6363152"/>
            <a:ext cx="12191630" cy="4948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9D87C2A-73DF-C84F-B35C-F4907DAAE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1" t="16109" r="25546" b="12236"/>
          <a:stretch/>
        </p:blipFill>
        <p:spPr>
          <a:xfrm>
            <a:off x="209152" y="241693"/>
            <a:ext cx="715555" cy="642632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095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01" y="0"/>
            <a:ext cx="9796272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D8AD282-B2FF-9241-9A45-D19C23714030}"/>
              </a:ext>
            </a:extLst>
          </p:cNvPr>
          <p:cNvSpPr/>
          <p:nvPr userDrawn="1"/>
        </p:nvSpPr>
        <p:spPr>
          <a:xfrm>
            <a:off x="153898" y="163626"/>
            <a:ext cx="12042865" cy="65307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854" y="385225"/>
            <a:ext cx="742283" cy="6951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903248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198" y="0"/>
            <a:ext cx="9779540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D8AD282-B2FF-9241-9A45-D19C23714030}"/>
              </a:ext>
            </a:extLst>
          </p:cNvPr>
          <p:cNvSpPr/>
          <p:nvPr userDrawn="1"/>
        </p:nvSpPr>
        <p:spPr>
          <a:xfrm>
            <a:off x="153898" y="163626"/>
            <a:ext cx="12042865" cy="65307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9D87C2A-73DF-C84F-B35C-F4907DAAE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1" t="16109" r="25546" b="12236"/>
          <a:stretch/>
        </p:blipFill>
        <p:spPr>
          <a:xfrm>
            <a:off x="381978" y="411486"/>
            <a:ext cx="715555" cy="6426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52195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-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754"/>
          <a:stretch/>
        </p:blipFill>
        <p:spPr>
          <a:xfrm>
            <a:off x="0" y="-1"/>
            <a:ext cx="4236502" cy="6858000"/>
          </a:xfrm>
          <a:prstGeom prst="rect">
            <a:avLst/>
          </a:prstGeom>
        </p:spPr>
      </p:pic>
      <p:sp>
        <p:nvSpPr>
          <p:cNvPr id="12" name="单圆角矩形 11">
            <a:extLst>
              <a:ext uri="{FF2B5EF4-FFF2-40B4-BE49-F238E27FC236}">
                <a16:creationId xmlns:a16="http://schemas.microsoft.com/office/drawing/2014/main" id="{D8824362-6BFB-514C-B32B-5808D5DA0C0E}"/>
              </a:ext>
            </a:extLst>
          </p:cNvPr>
          <p:cNvSpPr/>
          <p:nvPr userDrawn="1"/>
        </p:nvSpPr>
        <p:spPr>
          <a:xfrm flipH="1">
            <a:off x="3362177" y="-1"/>
            <a:ext cx="8834583" cy="6858000"/>
          </a:xfrm>
          <a:prstGeom prst="round1Rect">
            <a:avLst>
              <a:gd name="adj" fmla="val 66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42335" y="357672"/>
            <a:ext cx="742283" cy="695154"/>
          </a:xfrm>
          <a:prstGeom prst="rect">
            <a:avLst/>
          </a:prstGeom>
        </p:spPr>
      </p:pic>
      <p:sp>
        <p:nvSpPr>
          <p:cNvPr id="21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3133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-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732"/>
          <a:stretch/>
        </p:blipFill>
        <p:spPr>
          <a:xfrm>
            <a:off x="5131" y="0"/>
            <a:ext cx="4231371" cy="6857999"/>
          </a:xfrm>
          <a:prstGeom prst="rect">
            <a:avLst/>
          </a:prstGeom>
        </p:spPr>
      </p:pic>
      <p:sp>
        <p:nvSpPr>
          <p:cNvPr id="12" name="单圆角矩形 11">
            <a:extLst>
              <a:ext uri="{FF2B5EF4-FFF2-40B4-BE49-F238E27FC236}">
                <a16:creationId xmlns:a16="http://schemas.microsoft.com/office/drawing/2014/main" id="{D8824362-6BFB-514C-B32B-5808D5DA0C0E}"/>
              </a:ext>
            </a:extLst>
          </p:cNvPr>
          <p:cNvSpPr/>
          <p:nvPr userDrawn="1"/>
        </p:nvSpPr>
        <p:spPr>
          <a:xfrm flipH="1">
            <a:off x="3362177" y="-1"/>
            <a:ext cx="8834583" cy="6858000"/>
          </a:xfrm>
          <a:prstGeom prst="round1Rect">
            <a:avLst>
              <a:gd name="adj" fmla="val 66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7" y="6315190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9D87C2A-73DF-C84F-B35C-F4907DAAE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1" t="16109" r="25546" b="12236"/>
          <a:stretch/>
        </p:blipFill>
        <p:spPr>
          <a:xfrm>
            <a:off x="3441562" y="383933"/>
            <a:ext cx="715555" cy="6426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3064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654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75E5E20-1BBD-BD42-8166-5948DF712B16}"/>
              </a:ext>
            </a:extLst>
          </p:cNvPr>
          <p:cNvSpPr/>
          <p:nvPr userDrawn="1"/>
        </p:nvSpPr>
        <p:spPr>
          <a:xfrm>
            <a:off x="476070" y="256836"/>
            <a:ext cx="421137" cy="71546"/>
          </a:xfrm>
          <a:prstGeom prst="rect">
            <a:avLst/>
          </a:prstGeom>
          <a:solidFill>
            <a:srgbClr val="004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3D2503-04A4-BB42-8E75-CECCAAAE6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6372717"/>
            <a:ext cx="1009472" cy="27616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B92E6B61-ADAA-644E-9B01-FAB420E0DF5F}"/>
              </a:ext>
            </a:extLst>
          </p:cNvPr>
          <p:cNvSpPr txBox="1"/>
          <p:nvPr userDrawn="1"/>
        </p:nvSpPr>
        <p:spPr>
          <a:xfrm>
            <a:off x="801859" y="6401253"/>
            <a:ext cx="35923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1916999-CAF7-F841-9352-1B72B99DBF38}"/>
              </a:ext>
            </a:extLst>
          </p:cNvPr>
          <p:cNvSpPr txBox="1"/>
          <p:nvPr userDrawn="1"/>
        </p:nvSpPr>
        <p:spPr>
          <a:xfrm>
            <a:off x="440523" y="6447120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ECBD13-0F77-404E-987D-13FD6F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572"/>
            <a:ext cx="10491439" cy="56253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1505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AAFDF-D993-AE4D-8BA0-8BD5B846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1142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13FB6-CC21-7040-BF60-69B39C6E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4" r:id="rId1"/>
    <p:sldLayoutId id="2147484562" r:id="rId2"/>
    <p:sldLayoutId id="2147484535" r:id="rId3"/>
    <p:sldLayoutId id="2147484572" r:id="rId4"/>
    <p:sldLayoutId id="2147484552" r:id="rId5"/>
    <p:sldLayoutId id="2147484581" r:id="rId6"/>
    <p:sldLayoutId id="2147484559" r:id="rId7"/>
    <p:sldLayoutId id="2147484583" r:id="rId8"/>
    <p:sldLayoutId id="2147484582" r:id="rId9"/>
    <p:sldLayoutId id="2147484573" r:id="rId10"/>
    <p:sldLayoutId id="2147484555" r:id="rId11"/>
    <p:sldLayoutId id="2147484679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61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61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9.png"/><Relationship Id="rId7" Type="http://schemas.openxmlformats.org/officeDocument/2006/relationships/image" Target="../media/image1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48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Relationship Id="rId3" Type="http://schemas.openxmlformats.org/officeDocument/2006/relationships/image" Target="../media/image171.png"/><Relationship Id="rId4" Type="http://schemas.openxmlformats.org/officeDocument/2006/relationships/image" Target="../media/image17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48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Relationship Id="rId6" Type="http://schemas.openxmlformats.org/officeDocument/2006/relationships/image" Target="../media/image18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png"/><Relationship Id="rId3" Type="http://schemas.openxmlformats.org/officeDocument/2006/relationships/image" Target="../media/image177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Configuration &amp;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Sensitivity summary</a:t>
            </a:r>
          </a:p>
        </p:txBody>
      </p:sp>
      <p:pic>
        <p:nvPicPr>
          <p:cNvPr id="3" name="Picture 2" descr="1. rx_pkt_BDR_summary, Sensitivity 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00" y="1558800"/>
            <a:ext cx="4680000" cy="2340000"/>
          </a:xfrm>
          <a:prstGeom prst="rect">
            <a:avLst/>
          </a:prstGeom>
        </p:spPr>
      </p:pic>
      <p:pic>
        <p:nvPicPr>
          <p:cNvPr id="4" name="Picture 3" descr="2. rx_pkt_EDR-3_summary, Sensitivity 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400" y="1558800"/>
            <a:ext cx="4680000" cy="2340000"/>
          </a:xfrm>
          <a:prstGeom prst="rect">
            <a:avLst/>
          </a:prstGeom>
        </p:spPr>
      </p:pic>
      <p:pic>
        <p:nvPicPr>
          <p:cNvPr id="5" name="Picture 4" descr="3. rx_pkt_HDR-4_summary, Sensitivity 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600" y="3898800"/>
            <a:ext cx="4680000" cy="2340000"/>
          </a:xfrm>
          <a:prstGeom prst="rect">
            <a:avLst/>
          </a:prstGeom>
        </p:spPr>
      </p:pic>
      <p:pic>
        <p:nvPicPr>
          <p:cNvPr id="6" name="Picture 5" descr="4. rx_pkt_HDR-8_summary, Sensitivity 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400" y="3898800"/>
            <a:ext cx="468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1Sensitivity summary</a:t>
            </a:r>
          </a:p>
        </p:txBody>
      </p:sp>
      <p:pic>
        <p:nvPicPr>
          <p:cNvPr id="3" name="Picture 2" descr="5. rx_pkt_HDRP-4_summary, 1Sensitivity 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00" y="1558800"/>
            <a:ext cx="4680000" cy="2340000"/>
          </a:xfrm>
          <a:prstGeom prst="rect">
            <a:avLst/>
          </a:prstGeom>
        </p:spPr>
      </p:pic>
      <p:pic>
        <p:nvPicPr>
          <p:cNvPr id="4" name="Picture 3" descr="6. rx_pkt_HDRP-8_summary, 1Sensitivity 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400" y="1558800"/>
            <a:ext cx="4680000" cy="2340000"/>
          </a:xfrm>
          <a:prstGeom prst="rect">
            <a:avLst/>
          </a:prstGeom>
        </p:spPr>
      </p:pic>
      <p:pic>
        <p:nvPicPr>
          <p:cNvPr id="5" name="Picture 4" descr="7. rx_pkt_LE1M_summary, 1Sensitivity 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600" y="3898800"/>
            <a:ext cx="4680000" cy="2340000"/>
          </a:xfrm>
          <a:prstGeom prst="rect">
            <a:avLst/>
          </a:prstGeom>
        </p:spPr>
      </p:pic>
      <p:pic>
        <p:nvPicPr>
          <p:cNvPr id="6" name="Picture 5" descr="8. rx_pkt_LE2M_summary, 1Sensitivity 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400" y="3898800"/>
            <a:ext cx="468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DH5(rssi_err 0.1)_B0</a:t>
            </a:r>
          </a:p>
        </p:txBody>
      </p:sp>
      <p:pic>
        <p:nvPicPr>
          <p:cNvPr id="3" name="Picture 2" descr="9. rx_pkt_rssi_err_band_0_2402, DH5(rssi_err 0.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0. rx_pkt_rssi_err_band_0_2441, DH5(rssi_err 0.1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1. rx_pkt_rssi_err_band_0_2480, DH5(rssi_err 0.1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2. rx_pkt_rssi_err_band_1_5150, DH5(rssi_err 0.1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3. rx_pkt_rssi_err_band_1_5200, DH5(rssi_err 0.1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4. rx_pkt_rssi_err_band_1_5250, DH5(rssi_err 0.1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DH5(rssi_err 0.1)_B2</a:t>
            </a:r>
          </a:p>
        </p:txBody>
      </p:sp>
      <p:pic>
        <p:nvPicPr>
          <p:cNvPr id="3" name="Picture 2" descr="15. rx_pkt_rssi_err_band_2_5725, DH5(rssi_err 0.1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6. rx_pkt_rssi_err_band_2_5800, DH5(rssi_err 0.1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7. rx_pkt_rssi_err_band_2_5850, DH5(rssi_err 0.1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8. rx_pkt_rssi_err_band_4_5925, DH5(rssi_err 0.1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9. rx_pkt_rssi_err_band_4_5987, DH5(rssi_err 0.1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20. rx_pkt_rssi_err_band_4_6040, DH5(rssi_err 0.1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DH5(rssi_err 0.1)_B7</a:t>
            </a:r>
          </a:p>
        </p:txBody>
      </p:sp>
      <p:pic>
        <p:nvPicPr>
          <p:cNvPr id="3" name="Picture 2" descr="21. rx_pkt_rssi_err_band_7_6310, DH5(rssi_err 0.1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22. rx_pkt_rssi_err_band_7_6360, DH5(rssi_err 0.1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23. rx_pkt_rssi_err_band_7_6425, DH5(rssi_err 0.1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2-DH5(rssi_err 0.01)_B0</a:t>
            </a:r>
          </a:p>
        </p:txBody>
      </p:sp>
      <p:pic>
        <p:nvPicPr>
          <p:cNvPr id="3" name="Picture 2" descr="24. rx_pkt_rssi_err_band_0_2441, 2-DH5(rssi_err 0.0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3-DH5(rssi_err 0.01)_B0</a:t>
            </a:r>
          </a:p>
        </p:txBody>
      </p:sp>
      <p:pic>
        <p:nvPicPr>
          <p:cNvPr id="3" name="Picture 2" descr="25. rx_pkt_rssi_err_band_0_2402, 3-DH5(rssi_err 0.0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26. rx_pkt_rssi_err_band_0_2441, 3-DH5(rssi_err 0.01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27. rx_pkt_rssi_err_band_0_2480, 3-DH5(rssi_err 0.01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LE1M(rssi_err 30.8)_B0</a:t>
            </a:r>
          </a:p>
        </p:txBody>
      </p:sp>
      <p:pic>
        <p:nvPicPr>
          <p:cNvPr id="3" name="Picture 2" descr="28. rx_pkt_rssi_err_band_0_2402, LE1M(rssi_err 30.8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29. rx_pkt_rssi_err_band_0_2442, LE1M(rssi_err 30.8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30. rx_pkt_rssi_err_band_0_2480, LE1M(rssi_err 30.8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31. rx_pkt_rssi_err_band_1_5150, LE1M(rssi_err 30.8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32. rx_pkt_rssi_err_band_1_5200, LE1M(rssi_err 30.8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33. rx_pkt_rssi_err_band_1_5250, LE1M(rssi_err 30.8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LE1M(rssi_err 30.8)_B2</a:t>
            </a:r>
          </a:p>
        </p:txBody>
      </p:sp>
      <p:pic>
        <p:nvPicPr>
          <p:cNvPr id="3" name="Picture 2" descr="34. rx_pkt_rssi_err_band_2_5725, LE1M(rssi_er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35. rx_pkt_rssi_err_band_2_5789, LE1M(rssi_err 30.8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36. rx_pkt_rssi_err_band_2_5849, LE1M(rssi_err 30.8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37. rx_pkt_rssi_err_band_4_5925, LE1M(rssi_er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38. rx_pkt_rssi_err_band_4_5989, LE1M(rssi_err 30.8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39. rx_pkt_rssi_err_band_4_6041, LE1M(rssi_err 30.8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LE1M(rssi_err 30.8)_B7</a:t>
            </a:r>
          </a:p>
        </p:txBody>
      </p:sp>
      <p:pic>
        <p:nvPicPr>
          <p:cNvPr id="3" name="Picture 2" descr="40. rx_pkt_rssi_err_band_7_6305, LE1M(rssi_err 30.8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41. rx_pkt_rssi_err_band_7_6363, LE1M(rssi_err 30.8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42. rx_pkt_rssi_err_band_7_6425, LE1M(rssi_err 30.8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LE2M(rssi_err 30.8)_B0</a:t>
            </a:r>
          </a:p>
        </p:txBody>
      </p:sp>
      <p:pic>
        <p:nvPicPr>
          <p:cNvPr id="3" name="Picture 2" descr="43. rx_pkt_rssi_err_band_0_2402, LE2M(rssi_err 30.8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44. rx_pkt_rssi_err_band_0_2442, LE2M(rssi_err 30.8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45. rx_pkt_rssi_err_band_0_2480, LE2M(rssi_err 30.8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46. rx_pkt_rssi_err_band_1_5150, LE2M(rssi_err 30.8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47. rx_pkt_rssi_err_band_1_5200, LE2M(rssi_err 30.8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48. rx_pkt_rssi_err_band_1_5250, LE2M(rssi_err 30.8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LE2M(rssi_err 30.8)_B2</a:t>
            </a:r>
          </a:p>
        </p:txBody>
      </p:sp>
      <p:pic>
        <p:nvPicPr>
          <p:cNvPr id="3" name="Picture 2" descr="49. rx_pkt_rssi_err_band_2_5725, LE2M(rssi_er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50. rx_pkt_rssi_err_band_2_5789, LE2M(rssi_err 30.8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51. rx_pkt_rssi_err_band_2_5849, LE2M(rssi_err 30.8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52. rx_pkt_rssi_err_band_4_5925, LE2M(rssi_er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53. rx_pkt_rssi_err_band_4_5989, LE2M(rssi_err 30.8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54. rx_pkt_rssi_err_band_4_6041, LE2M(rssi_err 30.8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LE2M(rssi_err 30.8)_B7</a:t>
            </a:r>
          </a:p>
        </p:txBody>
      </p:sp>
      <p:pic>
        <p:nvPicPr>
          <p:cNvPr id="3" name="Picture 2" descr="55. rx_pkt_rssi_err_band_7_6305, LE2M(rssi_err 30.8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56. rx_pkt_rssi_err_band_7_6363, LE2M(rssi_err 30.8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57. rx_pkt_rssi_err_band_7_6425, LE2M(rssi_err 30.8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4-DH5(rssi_err 10)_B0</a:t>
            </a:r>
          </a:p>
        </p:txBody>
      </p:sp>
      <p:pic>
        <p:nvPicPr>
          <p:cNvPr id="3" name="Picture 2" descr="58. rx_pkt_rssi_err_band_0_2402, 4-DH5(rssi_err 10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59. rx_pkt_rssi_err_band_0_2441, 4-DH5(rssi_err 10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60. rx_pkt_rssi_err_band_0_2480, 4-DH5(rssi_err 10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61. rx_pkt_rssi_err_band_1_5150, 4-DH5(rssi_err 10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62. rx_pkt_rssi_err_band_1_5200, 4-DH5(rssi_err 10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63. rx_pkt_rssi_err_band_1_5250, 4-DH5(rssi_err 10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4-DH5(rssi_err 10)_B2</a:t>
            </a:r>
          </a:p>
        </p:txBody>
      </p:sp>
      <p:pic>
        <p:nvPicPr>
          <p:cNvPr id="3" name="Picture 2" descr="49. rx_pkt_rssi_err_band_2_5725, LE2M(rssi_er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65. rx_pkt_rssi_err_band_2_5800, 4-DH5(rssi_err 10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66. rx_pkt_rssi_err_band_2_5850, 4-DH5(rssi_err 10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52. rx_pkt_rssi_err_band_4_5925, LE2M(rssi_er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68. rx_pkt_rssi_err_band_4_5987, 4-DH5(rssi_err 10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69. rx_pkt_rssi_err_band_4_6040, 4-DH5(rssi_err 10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4-DH5(rssi_err 10)_B5</a:t>
            </a:r>
          </a:p>
        </p:txBody>
      </p:sp>
      <p:pic>
        <p:nvPicPr>
          <p:cNvPr id="3" name="Picture 2" descr="70. rx_pkt_rssi_err_band_5_6060, 4-DH5(rssi_err 10)_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71. rx_pkt_rssi_err_band_5_6113, 4-DH5(rssi_err 10)_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72. rx_pkt_rssi_err_band_5_6160, 4-DH5(rssi_err 10)_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73. rx_pkt_rssi_err_band_6_6060, 4-DH5(rssi_err 10)_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74. rx_pkt_rssi_err_band_6_6113, 4-DH5(rssi_err 10)_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75. rx_pkt_rssi_err_band_6_6160, 4-DH5(rssi_err 10)_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4-DH5(rssi_err 10)_B7</a:t>
            </a:r>
          </a:p>
        </p:txBody>
      </p:sp>
      <p:pic>
        <p:nvPicPr>
          <p:cNvPr id="3" name="Picture 2" descr="76. rx_pkt_rssi_err_band_7_6310, 4-DH5(rssi_err 10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77. rx_pkt_rssi_err_band_7_6360, 4-DH5(rssi_err 10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78. rx_pkt_rssi_err_band_7_6425, 4-DH5(rssi_err 10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8-DH5(rssi_err 10)_B0</a:t>
            </a:r>
          </a:p>
        </p:txBody>
      </p:sp>
      <p:pic>
        <p:nvPicPr>
          <p:cNvPr id="3" name="Picture 2" descr="79. rx_pkt_rssi_err_band_0_2402, 8-DH5(rssi_err 10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80. rx_pkt_rssi_err_band_0_2441, 8-DH5(rssi_err 10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81. rx_pkt_rssi_err_band_0_2480, 8-DH5(rssi_err 10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82. rx_pkt_rssi_err_band_1_5150, 8-DH5(rssi_err 10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83. rx_pkt_rssi_err_band_1_5200, 8-DH5(rssi_err 10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84. rx_pkt_rssi_err_band_1_5250, 8-DH5(rssi_err 10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8-DH5(rssi_err 10)_B2</a:t>
            </a:r>
          </a:p>
        </p:txBody>
      </p:sp>
      <p:pic>
        <p:nvPicPr>
          <p:cNvPr id="3" name="Picture 2" descr="49. rx_pkt_rssi_err_band_2_5725, LE2M(rssi_er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65. rx_pkt_rssi_err_band_2_5800, 4-DH5(rssi_err 10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66. rx_pkt_rssi_err_band_2_5850, 4-DH5(rssi_err 10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52. rx_pkt_rssi_err_band_4_5925, LE2M(rssi_er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68. rx_pkt_rssi_err_band_4_5987, 4-DH5(rssi_err 10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69. rx_pkt_rssi_err_band_4_6040, 4-DH5(rssi_err 10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8-DH5(rssi_err 10)_B7</a:t>
            </a:r>
          </a:p>
        </p:txBody>
      </p:sp>
      <p:pic>
        <p:nvPicPr>
          <p:cNvPr id="3" name="Picture 2" descr="91. rx_pkt_rssi_err_band_7_6310, 8-DH5(rssi_err 10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92. rx_pkt_rssi_err_band_7_6360, 8-DH5(rssi_err 10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93. rx_pkt_rssi_err_band_7_6425, 8-DH5(rssi_err 10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4-HDRP(rssi_err 10)</a:t>
            </a:r>
          </a:p>
        </p:txBody>
      </p:sp>
      <p:pic>
        <p:nvPicPr>
          <p:cNvPr id="3" name="Picture 2" descr="94. rx_pkt_rssi_err_band_0_2441, 4-HDRP(rssi_err 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95. rx_pkt_rssi_err_band_1_5200, 4-HDRP(rssi_err 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96. rx_pkt_rssi_err_band_2_5800, 4-HDRP(rssi_err 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97. rx_pkt_rssi_err_band_4_5987, 4-HDRP(rssi_err 10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98. rx_pkt_rssi_err_band_7_6360, 4-HDRP(rssi_err 10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8-HDRP(rssi_err 10)</a:t>
            </a:r>
          </a:p>
        </p:txBody>
      </p:sp>
      <p:pic>
        <p:nvPicPr>
          <p:cNvPr id="3" name="Picture 2" descr="99. rx_pkt_rssi_err_band_0_2441, 8-HDRP(rssi_err 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00. rx_pkt_rssi_err_band_1_5200, 8-HDRP(rssi_err 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01. rx_pkt_rssi_err_band_2_5800, 8-HDRP(rssi_err 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02. rx_pkt_rssi_err_band_4_5987, 8-HDRP(rssi_err 10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03. rx_pkt_rssi_err_band_7_6360, 8-HDRP(rssi_err 10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DH5(BER 0.1)_B0</a:t>
            </a:r>
          </a:p>
        </p:txBody>
      </p:sp>
      <p:pic>
        <p:nvPicPr>
          <p:cNvPr id="3" name="Picture 2" descr="104. rx_pkt_ber_band_0_2402, DH5(BER 0.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05. rx_pkt_ber_band_0_2441, DH5(BER 0.1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06. rx_pkt_ber_band_0_2480, DH5(BER 0.1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07. rx_pkt_ber_band_1_5150, DH5(BER 0.1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08. rx_pkt_ber_band_1_5200, DH5(BER 0.1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09. rx_pkt_ber_band_1_5250, DH5(BER 0.1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DH5(BER 0.1)_B2</a:t>
            </a:r>
          </a:p>
        </p:txBody>
      </p:sp>
      <p:pic>
        <p:nvPicPr>
          <p:cNvPr id="3" name="Picture 2" descr="110. rx_pkt_ber_band_2_5725, DH5(BER 0.1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11. rx_pkt_ber_band_2_5800, DH5(BER 0.1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12. rx_pkt_ber_band_2_5850, DH5(BER 0.1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13. rx_pkt_ber_band_4_5925, DH5(BER 0.1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14. rx_pkt_ber_band_4_5987, DH5(BER 0.1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15. rx_pkt_ber_band_4_6040, DH5(BER 0.1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DH5(BER 0.1)_B7</a:t>
            </a:r>
          </a:p>
        </p:txBody>
      </p:sp>
      <p:pic>
        <p:nvPicPr>
          <p:cNvPr id="3" name="Picture 2" descr="116. rx_pkt_ber_band_7_6310, DH5(BER 0.1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17. rx_pkt_ber_band_7_6360, DH5(BER 0.1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18. rx_pkt_ber_band_7_6425, DH5(BER 0.1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2-DH5(BER 0.01)_B0</a:t>
            </a:r>
          </a:p>
        </p:txBody>
      </p:sp>
      <p:pic>
        <p:nvPicPr>
          <p:cNvPr id="3" name="Picture 2" descr="119. rx_pkt_ber_band_0_2441, 2-DH5(BER 0.0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3-DH5(BER 0.01)_B0</a:t>
            </a:r>
          </a:p>
        </p:txBody>
      </p:sp>
      <p:pic>
        <p:nvPicPr>
          <p:cNvPr id="3" name="Picture 2" descr="120. rx_pkt_ber_band_0_2402, 3-DH5(BER 0.01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21. rx_pkt_ber_band_0_2441, 3-DH5(BER 0.01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22. rx_pkt_ber_band_0_2480, 3-DH5(BER 0.01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LE1M(per 30.8)_B0</a:t>
            </a:r>
          </a:p>
        </p:txBody>
      </p:sp>
      <p:pic>
        <p:nvPicPr>
          <p:cNvPr id="3" name="Picture 2" descr="123. rx_pkt_per_band_0_2402, LE1M(per 30.8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24. rx_pkt_per_band_0_2442, LE1M(per 30.8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25. rx_pkt_per_band_0_2480, LE1M(per 30.8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26. rx_pkt_per_band_1_5150, LE1M(per 30.8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27. rx_pkt_per_band_1_5200, LE1M(per 30.8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28. rx_pkt_per_band_1_5250, LE1M(per 30.8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LE1M(per 30.8)_B2</a:t>
            </a:r>
          </a:p>
        </p:txBody>
      </p:sp>
      <p:pic>
        <p:nvPicPr>
          <p:cNvPr id="3" name="Picture 2" descr="129. rx_pkt_per_band_2_5725, LE1M(pe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30. rx_pkt_per_band_2_5789, LE1M(per 30.8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31. rx_pkt_per_band_2_5849, LE1M(per 30.8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32. rx_pkt_per_band_4_5925, LE1M(pe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33. rx_pkt_per_band_4_5989, LE1M(per 30.8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34. rx_pkt_per_band_4_6041, LE1M(per 30.8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LE1M(per 30.8)_B7</a:t>
            </a:r>
          </a:p>
        </p:txBody>
      </p:sp>
      <p:pic>
        <p:nvPicPr>
          <p:cNvPr id="3" name="Picture 2" descr="135. rx_pkt_per_band_7_6305, LE1M(per 30.8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36. rx_pkt_per_band_7_6363, LE1M(per 30.8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37. rx_pkt_per_band_7_6425, LE1M(per 30.8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LE2M(per 30.8)_B0</a:t>
            </a:r>
          </a:p>
        </p:txBody>
      </p:sp>
      <p:pic>
        <p:nvPicPr>
          <p:cNvPr id="3" name="Picture 2" descr="138. rx_pkt_per_band_0_2402, LE2M(per 30.8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39. rx_pkt_per_band_0_2442, LE2M(per 30.8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40. rx_pkt_per_band_0_2480, LE2M(per 30.8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41. rx_pkt_per_band_1_5150, LE2M(per 30.8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42. rx_pkt_per_band_1_5200, LE2M(per 30.8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43. rx_pkt_per_band_1_5250, LE2M(per 30.8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LE2M(per 30.8)_B2</a:t>
            </a:r>
          </a:p>
        </p:txBody>
      </p:sp>
      <p:pic>
        <p:nvPicPr>
          <p:cNvPr id="3" name="Picture 2" descr="144. rx_pkt_per_band_2_5725, LE2M(pe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45. rx_pkt_per_band_2_5789, LE2M(per 30.8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46. rx_pkt_per_band_2_5849, LE2M(per 30.8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47. rx_pkt_per_band_4_5925, LE2M(pe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48. rx_pkt_per_band_4_5989, LE2M(per 30.8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49. rx_pkt_per_band_4_6041, LE2M(per 30.8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LE2M(per 30.8)_B7</a:t>
            </a:r>
          </a:p>
        </p:txBody>
      </p:sp>
      <p:pic>
        <p:nvPicPr>
          <p:cNvPr id="3" name="Picture 2" descr="150. rx_pkt_per_band_7_6305, LE2M(per 30.8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51. rx_pkt_per_band_7_6363, LE2M(per 30.8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52. rx_pkt_per_band_7_6425, LE2M(per 30.8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4-DH5(PER 10)_B0</a:t>
            </a:r>
          </a:p>
        </p:txBody>
      </p:sp>
      <p:pic>
        <p:nvPicPr>
          <p:cNvPr id="3" name="Picture 2" descr="153. rx_pkt_per_band_0_2402, 4-DH5(PER 10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54. rx_pkt_per_band_0_2441, 4-DH5(PER 10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55. rx_pkt_per_band_0_2480, 4-DH5(PER 10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56. rx_pkt_per_band_1_5150, 4-DH5(PER 10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57. rx_pkt_per_band_1_5200, 4-DH5(PER 10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58. rx_pkt_per_band_1_5250, 4-DH5(PER 10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4-DH5(PER 10)_B2</a:t>
            </a:r>
          </a:p>
        </p:txBody>
      </p:sp>
      <p:pic>
        <p:nvPicPr>
          <p:cNvPr id="3" name="Picture 2" descr="144. rx_pkt_per_band_2_5725, LE2M(pe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60. rx_pkt_per_band_2_5800, 4-DH5(PER 10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61. rx_pkt_per_band_2_5850, 4-DH5(PER 10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47. rx_pkt_per_band_4_5925, LE2M(pe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63. rx_pkt_per_band_4_5987, 4-DH5(PER 10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64. rx_pkt_per_band_4_6040, 4-DH5(PER 10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4-DH5(PER 10)_B5</a:t>
            </a:r>
          </a:p>
        </p:txBody>
      </p:sp>
      <p:pic>
        <p:nvPicPr>
          <p:cNvPr id="3" name="Picture 2" descr="165. rx_pkt_per_band_5_6060, 4-DH5(PER 10)_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66. rx_pkt_per_band_5_6113, 4-DH5(PER 10)_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67. rx_pkt_per_band_5_6160, 4-DH5(PER 10)_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68. rx_pkt_per_band_6_6060, 4-DH5(PER 10)_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69. rx_pkt_per_band_6_6113, 4-DH5(PER 10)_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70. rx_pkt_per_band_6_6160, 4-DH5(PER 10)_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4-DH5(PER 10)_B7</a:t>
            </a:r>
          </a:p>
        </p:txBody>
      </p:sp>
      <p:pic>
        <p:nvPicPr>
          <p:cNvPr id="3" name="Picture 2" descr="171. rx_pkt_per_band_7_6310, 4-DH5(PER 10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72. rx_pkt_per_band_7_6360, 4-DH5(PER 10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73. rx_pkt_per_band_7_6425, 4-DH5(PER 10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8-DH5(PER 10)_B0</a:t>
            </a:r>
          </a:p>
        </p:txBody>
      </p:sp>
      <p:pic>
        <p:nvPicPr>
          <p:cNvPr id="3" name="Picture 2" descr="174. rx_pkt_per_band_0_2402, 8-DH5(PER 10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75. rx_pkt_per_band_0_2441, 8-DH5(PER 10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76. rx_pkt_per_band_0_2480, 8-DH5(PER 10)_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77. rx_pkt_per_band_1_5150, 8-DH5(PER 10)_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78. rx_pkt_per_band_1_5200, 8-DH5(PER 10)_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79. rx_pkt_per_band_1_5250, 8-DH5(PER 10)_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8-DH5(PER 10)_B2</a:t>
            </a:r>
          </a:p>
        </p:txBody>
      </p:sp>
      <p:pic>
        <p:nvPicPr>
          <p:cNvPr id="3" name="Picture 2" descr="144. rx_pkt_per_band_2_5725, LE2M(per 30.8)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60. rx_pkt_per_band_2_5800, 4-DH5(PER 10)_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61. rx_pkt_per_band_2_5850, 4-DH5(PER 10)_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47. rx_pkt_per_band_4_5925, LE2M(per 30.8)_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63. rx_pkt_per_band_4_5987, 4-DH5(PER 10)_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  <p:pic>
        <p:nvPicPr>
          <p:cNvPr id="8" name="Picture 7" descr="164. rx_pkt_per_band_4_6040, 4-DH5(PER 10)_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2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8-DH5(PER 10)_B7</a:t>
            </a:r>
          </a:p>
        </p:txBody>
      </p:sp>
      <p:pic>
        <p:nvPicPr>
          <p:cNvPr id="3" name="Picture 2" descr="186. rx_pkt_per_band_7_6310, 8-DH5(PER 10)_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87. rx_pkt_per_band_7_6360, 8-DH5(PER 10)_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88. rx_pkt_per_band_7_6425, 8-DH5(PER 10)_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4-HDRP(PER 10)</a:t>
            </a:r>
          </a:p>
        </p:txBody>
      </p:sp>
      <p:pic>
        <p:nvPicPr>
          <p:cNvPr id="3" name="Picture 2" descr="189. rx_pkt_per_band_0_2441, 4-HDRP(PER 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90. rx_pkt_per_band_1_5200, 4-HDRP(PER 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91. rx_pkt_per_band_2_5800, 4-HDRP(PER 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92. rx_pkt_per_band_4_5987, 4-HDRP(PER 10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93. rx_pkt_per_band_7_6360, 4-HDRP(PER 10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 8-HDRP(PER 10)</a:t>
            </a:r>
          </a:p>
        </p:txBody>
      </p:sp>
      <p:pic>
        <p:nvPicPr>
          <p:cNvPr id="3" name="Picture 2" descr="175. rx_pkt_per_band_0_2441, 8-DH5(PER 10)_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213200"/>
            <a:ext cx="3960000" cy="2340000"/>
          </a:xfrm>
          <a:prstGeom prst="rect">
            <a:avLst/>
          </a:prstGeom>
        </p:spPr>
      </p:pic>
      <p:pic>
        <p:nvPicPr>
          <p:cNvPr id="4" name="Picture 3" descr="178. rx_pkt_per_band_1_5200, 8-DH5(PER 10)_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400" y="1213200"/>
            <a:ext cx="3960000" cy="2340000"/>
          </a:xfrm>
          <a:prstGeom prst="rect">
            <a:avLst/>
          </a:prstGeom>
        </p:spPr>
      </p:pic>
      <p:pic>
        <p:nvPicPr>
          <p:cNvPr id="5" name="Picture 4" descr="196. rx_pkt_per_band_2_5800, 8-HDRP(PER 10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00" y="1213200"/>
            <a:ext cx="3960000" cy="2340000"/>
          </a:xfrm>
          <a:prstGeom prst="rect">
            <a:avLst/>
          </a:prstGeom>
        </p:spPr>
      </p:pic>
      <p:pic>
        <p:nvPicPr>
          <p:cNvPr id="6" name="Picture 5" descr="197. rx_pkt_per_band_4_5987, 8-HDRP(PER 10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00" y="3902400"/>
            <a:ext cx="3960000" cy="2340000"/>
          </a:xfrm>
          <a:prstGeom prst="rect">
            <a:avLst/>
          </a:prstGeom>
        </p:spPr>
      </p:pic>
      <p:pic>
        <p:nvPicPr>
          <p:cNvPr id="7" name="Picture 6" descr="198. rx_pkt_per_band_7_6360, 8-HDRP(PER 10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400" y="3902400"/>
            <a:ext cx="3960000" cy="23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tent Slide - Simple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78B6AAC75C54EA120CA0A3F644464" ma:contentTypeVersion="31" ma:contentTypeDescription="Create a new document." ma:contentTypeScope="" ma:versionID="0109368d58ecfd42d20e10a037bd2c80">
  <xsd:schema xmlns:xsd="http://www.w3.org/2001/XMLSchema" xmlns:xs="http://www.w3.org/2001/XMLSchema" xmlns:p="http://schemas.microsoft.com/office/2006/metadata/properties" xmlns:ns2="416b82ba-1b8e-4df7-b604-50ec0b7bf2d8" xmlns:ns3="470b244f-112e-49db-a81f-cf6c92a96037" xmlns:ns4="3c8809a9-1cc3-4fb7-b9ec-a0c5e5ab4950" targetNamespace="http://schemas.microsoft.com/office/2006/metadata/properties" ma:root="true" ma:fieldsID="ee12719b95654e498cbc26746b589c96" ns2:_="" ns3:_="" ns4:_="">
    <xsd:import namespace="416b82ba-1b8e-4df7-b604-50ec0b7bf2d8"/>
    <xsd:import namespace="470b244f-112e-49db-a81f-cf6c92a96037"/>
    <xsd:import namespace="3c8809a9-1cc3-4fb7-b9ec-a0c5e5ab49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82ba-1b8e-4df7-b604-50ec0b7bf2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e28b887-39db-4e8a-af71-6ec41d296d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244f-112e-49db-a81f-cf6c92a96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8809a9-1cc3-4fb7-b9ec-a0c5e5ab4950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fc519411-38e7-4adf-83cf-edc6aeb26096}" ma:internalName="TaxCatchAll" ma:showField="CatchAllData" ma:web="3c8809a9-1cc3-4fb7-b9ec-a0c5e5ab49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6b82ba-1b8e-4df7-b604-50ec0b7bf2d8">
      <Terms xmlns="http://schemas.microsoft.com/office/infopath/2007/PartnerControls"/>
    </lcf76f155ced4ddcb4097134ff3c332f>
    <TaxCatchAll xmlns="3c8809a9-1cc3-4fb7-b9ec-a0c5e5ab4950" xsi:nil="true"/>
  </documentManagement>
</p:properties>
</file>

<file path=customXml/itemProps1.xml><?xml version="1.0" encoding="utf-8"?>
<ds:datastoreItem xmlns:ds="http://schemas.openxmlformats.org/officeDocument/2006/customXml" ds:itemID="{D12905CA-D4C6-4147-8D3C-A1E3C09771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6b82ba-1b8e-4df7-b604-50ec0b7bf2d8"/>
    <ds:schemaRef ds:uri="470b244f-112e-49db-a81f-cf6c92a96037"/>
    <ds:schemaRef ds:uri="3c8809a9-1cc3-4fb7-b9ec-a0c5e5ab49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6F601A-AE90-49EA-A80A-B90F937B2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72819B-9F98-4D95-B85E-63A4EBD4091C}">
  <ds:schemaRefs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3c8809a9-1cc3-4fb7-b9ec-a0c5e5ab4950"/>
    <ds:schemaRef ds:uri="470b244f-112e-49db-a81f-cf6c92a96037"/>
    <ds:schemaRef ds:uri="416b82ba-1b8e-4df7-b604-50ec0b7bf2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11462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6" baseType="lpstr">
      <vt:lpstr>Microsoft YaHei</vt:lpstr>
      <vt:lpstr>Microsoft YaHei</vt:lpstr>
      <vt:lpstr>包图粗黑体</vt:lpstr>
      <vt:lpstr>Arial</vt:lpstr>
      <vt:lpstr>Impact</vt:lpstr>
      <vt:lpstr>Content Slide - Simple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NAM TaekJun (JSCK-RF LAB1)</cp:lastModifiedBy>
  <cp:revision>667</cp:revision>
  <dcterms:created xsi:type="dcterms:W3CDTF">2018-11-29T10:16:29Z</dcterms:created>
  <dcterms:modified xsi:type="dcterms:W3CDTF">2023-06-12T05:19:24Z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0x010100FFC78B6AAC75C54EA120CA0A3F644464</vt:lpwstr>
  </property>
</Properties>
</file>