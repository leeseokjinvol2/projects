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86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C32"/>
    <a:srgbClr val="A0C8FC"/>
    <a:srgbClr val="B6CEFE"/>
    <a:srgbClr val="C0CEFB"/>
    <a:srgbClr val="C0D1FB"/>
    <a:srgbClr val="C5D1FB"/>
    <a:srgbClr val="C3D0FD"/>
    <a:srgbClr val="D6C5F9"/>
    <a:srgbClr val="A1C9FD"/>
    <a:srgbClr val="C8C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0" autoAdjust="0"/>
    <p:restoredTop sz="97371" autoAdjust="0"/>
  </p:normalViewPr>
  <p:slideViewPr>
    <p:cSldViewPr snapToGrid="0" snapToObjects="1">
      <p:cViewPr varScale="1">
        <p:scale>
          <a:sx n="103" d="100"/>
          <a:sy n="103" d="100"/>
        </p:scale>
        <p:origin x="91" y="1166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6" d="100"/>
        <a:sy n="116" d="100"/>
      </p:scale>
      <p:origin x="0" y="0"/>
    </p:cViewPr>
  </p:sorterViewPr>
  <p:notesViewPr>
    <p:cSldViewPr snapToGrid="0" snapToObjects="1">
      <p:cViewPr varScale="1">
        <p:scale>
          <a:sx n="120" d="100"/>
          <a:sy n="120" d="100"/>
        </p:scale>
        <p:origin x="41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Arial" panose="020B0604020202020204" pitchFamily="34" charset="0"/>
              </a:rPr>
              <a:t>4/28/2026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0DD60A27-BF12-6744-9E93-932A0E34D8BB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07326F3-4732-B74B-9C70-D0992466E49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651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304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957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609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30A2EEB2-9A78-8F48-851C-0752E020A4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772" y="182879"/>
            <a:ext cx="2978329" cy="914400"/>
          </a:xfrm>
          <a:prstGeom prst="rect">
            <a:avLst/>
          </a:prstGeom>
        </p:spPr>
      </p:pic>
      <p:sp>
        <p:nvSpPr>
          <p:cNvPr id="16" name="标题 1">
            <a:extLst>
              <a:ext uri="{FF2B5EF4-FFF2-40B4-BE49-F238E27FC236}">
                <a16:creationId xmlns:a16="http://schemas.microsoft.com/office/drawing/2014/main" id="{3A4D3EE4-8044-452A-8196-068F74908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1" y="1414463"/>
            <a:ext cx="5118100" cy="1354137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7" name="副标题 2">
            <a:extLst>
              <a:ext uri="{FF2B5EF4-FFF2-40B4-BE49-F238E27FC236}">
                <a16:creationId xmlns:a16="http://schemas.microsoft.com/office/drawing/2014/main" id="{79F951E7-4E6C-4B92-B145-85F435EC6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571876"/>
            <a:ext cx="5118101" cy="16557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217684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34D382-03BA-48AF-BEEE-E02BE6E0752B}"/>
              </a:ext>
            </a:extLst>
          </p:cNvPr>
          <p:cNvSpPr/>
          <p:nvPr userDrawn="1"/>
        </p:nvSpPr>
        <p:spPr>
          <a:xfrm>
            <a:off x="0" y="-1"/>
            <a:ext cx="12196763" cy="6858001"/>
          </a:xfrm>
          <a:prstGeom prst="rect">
            <a:avLst/>
          </a:prstGeom>
          <a:gradFill flip="none" rotWithShape="1">
            <a:gsLst>
              <a:gs pos="25000">
                <a:srgbClr val="C5D0FE"/>
              </a:gs>
              <a:gs pos="0">
                <a:srgbClr val="A0C8FC"/>
              </a:gs>
              <a:gs pos="10800">
                <a:srgbClr val="B6CEFE"/>
              </a:gs>
              <a:gs pos="35725">
                <a:srgbClr val="C0D1FB"/>
              </a:gs>
              <a:gs pos="72750">
                <a:srgbClr val="D6C5F9"/>
              </a:gs>
              <a:gs pos="50000">
                <a:srgbClr val="C8CFF9"/>
              </a:gs>
              <a:gs pos="100000">
                <a:srgbClr val="EAAFF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832428-915C-40BC-AD1F-DBCEC793E0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"/>
          <a:stretch/>
        </p:blipFill>
        <p:spPr>
          <a:xfrm>
            <a:off x="-1" y="3182937"/>
            <a:ext cx="12196763" cy="3675063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-2" y="0"/>
            <a:ext cx="12196763" cy="6858000"/>
          </a:xfrm>
          <a:prstGeom prst="rect">
            <a:avLst/>
          </a:prstGeom>
          <a:gradFill>
            <a:gsLst>
              <a:gs pos="10000">
                <a:schemeClr val="accent1">
                  <a:lumMod val="5000"/>
                  <a:lumOff val="95000"/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5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0A2EEB2-9A78-8F48-851C-0752E020A4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89266" y="182879"/>
            <a:ext cx="2978329" cy="914400"/>
          </a:xfrm>
          <a:prstGeom prst="rect">
            <a:avLst/>
          </a:prstGeom>
        </p:spPr>
      </p:pic>
      <p:sp>
        <p:nvSpPr>
          <p:cNvPr id="14" name="标题 1">
            <a:extLst>
              <a:ext uri="{FF2B5EF4-FFF2-40B4-BE49-F238E27FC236}">
                <a16:creationId xmlns:a16="http://schemas.microsoft.com/office/drawing/2014/main" id="{B77B560F-B05B-4935-A056-E1144C5F25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1" y="1414463"/>
            <a:ext cx="5118100" cy="1354137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5" name="副标题 2">
            <a:extLst>
              <a:ext uri="{FF2B5EF4-FFF2-40B4-BE49-F238E27FC236}">
                <a16:creationId xmlns:a16="http://schemas.microsoft.com/office/drawing/2014/main" id="{27EAF23B-DB4F-44E8-AAF1-222FAF5D4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571876"/>
            <a:ext cx="5118101" cy="16557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168734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761CD61-ED57-8B45-9798-ACD6C146CA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96768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373DA87-BC25-5741-B3F9-5408E22A96DF}"/>
              </a:ext>
            </a:extLst>
          </p:cNvPr>
          <p:cNvSpPr/>
          <p:nvPr userDrawn="1"/>
        </p:nvSpPr>
        <p:spPr>
          <a:xfrm rot="5400000">
            <a:off x="494579" y="-494580"/>
            <a:ext cx="6874679" cy="7863840"/>
          </a:xfrm>
          <a:prstGeom prst="rect">
            <a:avLst/>
          </a:prstGeom>
          <a:gradFill>
            <a:gsLst>
              <a:gs pos="55000">
                <a:srgbClr val="FFFFFF">
                  <a:alpha val="70000"/>
                </a:srgbClr>
              </a:gs>
              <a:gs pos="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文本框 27">
            <a:extLst>
              <a:ext uri="{FF2B5EF4-FFF2-40B4-BE49-F238E27FC236}">
                <a16:creationId xmlns:a16="http://schemas.microsoft.com/office/drawing/2014/main" id="{4466B855-AF1D-4C92-95C5-12DF663A1A27}"/>
              </a:ext>
            </a:extLst>
          </p:cNvPr>
          <p:cNvSpPr txBox="1"/>
          <p:nvPr userDrawn="1"/>
        </p:nvSpPr>
        <p:spPr>
          <a:xfrm>
            <a:off x="821352" y="1566474"/>
            <a:ext cx="5029201" cy="1107996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6600" dirty="0">
                <a:solidFill>
                  <a:schemeClr val="tx2"/>
                </a:solidFill>
              </a:rPr>
              <a:t>CONTENTS</a:t>
            </a:r>
            <a:endParaRPr lang="en-US" sz="6600" dirty="0">
              <a:solidFill>
                <a:schemeClr val="tx2"/>
              </a:solidFill>
            </a:endParaRPr>
          </a:p>
        </p:txBody>
      </p:sp>
      <p:sp>
        <p:nvSpPr>
          <p:cNvPr id="23" name="内容占位符 11">
            <a:extLst>
              <a:ext uri="{FF2B5EF4-FFF2-40B4-BE49-F238E27FC236}">
                <a16:creationId xmlns:a16="http://schemas.microsoft.com/office/drawing/2014/main" id="{151DC1BE-83F7-4C31-B2AF-99957861D71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1352" y="2727882"/>
            <a:ext cx="9881886" cy="3257365"/>
          </a:xfrm>
          <a:prstGeom prst="rect">
            <a:avLst/>
          </a:prstGeom>
        </p:spPr>
        <p:txBody>
          <a:bodyPr/>
          <a:lstStyle>
            <a:lvl1pPr marL="265113" indent="-265113">
              <a:lnSpc>
                <a:spcPct val="130000"/>
              </a:lnSpc>
              <a:buFont typeface="Arial" panose="020B0604020202020204" pitchFamily="34" charset="0"/>
              <a:buChar char="•"/>
              <a:defRPr sz="2000">
                <a:solidFill>
                  <a:srgbClr val="152C10"/>
                </a:solidFill>
                <a:latin typeface="+mj-lt"/>
              </a:defRPr>
            </a:lvl1pPr>
            <a:lvl2pPr marL="542925" indent="-2778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>
                <a:solidFill>
                  <a:srgbClr val="152C10"/>
                </a:solidFill>
                <a:latin typeface="+mj-lt"/>
              </a:defRPr>
            </a:lvl2pPr>
            <a:lvl3pPr marL="808038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rgbClr val="152C10"/>
                </a:solidFill>
                <a:latin typeface="+mj-lt"/>
              </a:defRPr>
            </a:lvl3pPr>
            <a:lvl4pPr marL="1073150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rgbClr val="152C10"/>
                </a:solidFill>
                <a:latin typeface="+mj-lt"/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7481AF-67D1-45C5-8C30-6B2BD5E61A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0968" y="-381000"/>
            <a:ext cx="3180672" cy="1792224"/>
          </a:xfrm>
          <a:prstGeom prst="rect">
            <a:avLst/>
          </a:prstGeom>
        </p:spPr>
      </p:pic>
      <p:sp>
        <p:nvSpPr>
          <p:cNvPr id="18" name="TextBox 3">
            <a:extLst>
              <a:ext uri="{FF2B5EF4-FFF2-40B4-BE49-F238E27FC236}">
                <a16:creationId xmlns:a16="http://schemas.microsoft.com/office/drawing/2014/main" id="{43296190-FE15-4194-B369-BFE5E5552A94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BBBC88C2-6583-4D85-8644-1A85EF55279F}"/>
              </a:ext>
            </a:extLst>
          </p:cNvPr>
          <p:cNvSpPr txBox="1"/>
          <p:nvPr userDrawn="1"/>
        </p:nvSpPr>
        <p:spPr>
          <a:xfrm>
            <a:off x="10016332" y="6315190"/>
            <a:ext cx="1866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STATS ChipPAC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2A3BCA29-70DE-48E0-82B4-215C42C880E3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281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6F057212-0376-5243-930C-53EBF30C3E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 flipV="1">
            <a:off x="152396" y="2535382"/>
            <a:ext cx="12044366" cy="4322618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2BA4DCC-0A45-6342-BB81-04F1205E1772}"/>
              </a:ext>
            </a:extLst>
          </p:cNvPr>
          <p:cNvSpPr/>
          <p:nvPr userDrawn="1"/>
        </p:nvSpPr>
        <p:spPr>
          <a:xfrm rot="10800000">
            <a:off x="0" y="-8339"/>
            <a:ext cx="12196762" cy="6874678"/>
          </a:xfrm>
          <a:prstGeom prst="rect">
            <a:avLst/>
          </a:prstGeom>
          <a:gradFill>
            <a:gsLst>
              <a:gs pos="42000">
                <a:srgbClr val="FFFFFF"/>
              </a:gs>
              <a:gs pos="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57D1FB0-23AC-BB46-88EF-5191D39248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5133" y="182881"/>
            <a:ext cx="2152227" cy="660772"/>
          </a:xfrm>
          <a:prstGeom prst="rect">
            <a:avLst/>
          </a:prstGeom>
        </p:spPr>
      </p:pic>
      <p:sp>
        <p:nvSpPr>
          <p:cNvPr id="16" name="内容占位符 11">
            <a:extLst>
              <a:ext uri="{FF2B5EF4-FFF2-40B4-BE49-F238E27FC236}">
                <a16:creationId xmlns:a16="http://schemas.microsoft.com/office/drawing/2014/main" id="{809A1E08-DA42-E94D-8298-2BEDC64F44D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97664" y="1454674"/>
            <a:ext cx="10865685" cy="4792304"/>
          </a:xfrm>
          <a:prstGeom prst="rect">
            <a:avLst/>
          </a:prstGeom>
        </p:spPr>
        <p:txBody>
          <a:bodyPr/>
          <a:lstStyle>
            <a:lvl1pPr marL="265113" indent="-265113">
              <a:lnSpc>
                <a:spcPct val="13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j-lt"/>
              </a:defRPr>
            </a:lvl1pPr>
            <a:lvl2pPr marL="542925" indent="-2778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2pPr>
            <a:lvl3pPr marL="808038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+mj-lt"/>
              </a:defRPr>
            </a:lvl3pPr>
            <a:lvl4pPr marL="1073150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+mj-lt"/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EB7F9A0-B5F5-9141-9996-E8FE088E0E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7665" y="295275"/>
            <a:ext cx="9078079" cy="115106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+mj-lt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BE1AF9DB-29CC-4137-9743-A5A4EAE67B2C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96BE9BAA-687D-415B-B770-4F77D2B645B1}"/>
              </a:ext>
            </a:extLst>
          </p:cNvPr>
          <p:cNvSpPr txBox="1"/>
          <p:nvPr userDrawn="1"/>
        </p:nvSpPr>
        <p:spPr>
          <a:xfrm>
            <a:off x="10016332" y="6315190"/>
            <a:ext cx="1866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STATS ChipPAC Confidential</a:t>
            </a:r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E567E834-1690-4B10-960F-8147BBABA77A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039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-5107" y="0"/>
            <a:ext cx="122018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AEA1A39-4449-E147-955E-23CBF455C6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duotone>
              <a:schemeClr val="accent1">
                <a:shade val="45000"/>
                <a:satMod val="135000"/>
              </a:schemeClr>
              <a:prstClr val="white"/>
            </a:duotone>
            <a:alphaModFix amt="9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2403" y="4821382"/>
            <a:ext cx="12239166" cy="2036617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281ACAB-5B76-F644-A180-9E8E7059D36B}"/>
              </a:ext>
            </a:extLst>
          </p:cNvPr>
          <p:cNvSpPr/>
          <p:nvPr userDrawn="1"/>
        </p:nvSpPr>
        <p:spPr>
          <a:xfrm rot="10800000">
            <a:off x="-5107" y="16678"/>
            <a:ext cx="12201870" cy="6858000"/>
          </a:xfrm>
          <a:prstGeom prst="rect">
            <a:avLst/>
          </a:prstGeom>
          <a:gradFill>
            <a:gsLst>
              <a:gs pos="22000">
                <a:srgbClr val="FFFFFF">
                  <a:alpha val="99235"/>
                </a:srgbClr>
              </a:gs>
              <a:gs pos="0">
                <a:schemeClr val="bg1">
                  <a:alpha val="0"/>
                  <a:lumMod val="0"/>
                  <a:lumOff val="10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132351F-0F5B-4F45-9771-8F27891281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5133" y="182881"/>
            <a:ext cx="2152227" cy="660772"/>
          </a:xfrm>
          <a:prstGeom prst="rect">
            <a:avLst/>
          </a:prstGeom>
        </p:spPr>
      </p:pic>
      <p:sp>
        <p:nvSpPr>
          <p:cNvPr id="13" name="内容占位符 11">
            <a:extLst>
              <a:ext uri="{FF2B5EF4-FFF2-40B4-BE49-F238E27FC236}">
                <a16:creationId xmlns:a16="http://schemas.microsoft.com/office/drawing/2014/main" id="{421A985D-3125-6548-A336-A599FE2EAD5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97665" y="1454674"/>
            <a:ext cx="10875210" cy="4792304"/>
          </a:xfrm>
          <a:prstGeom prst="rect">
            <a:avLst/>
          </a:prstGeom>
        </p:spPr>
        <p:txBody>
          <a:bodyPr/>
          <a:lstStyle>
            <a:lvl1pPr marL="265113" indent="-265113">
              <a:lnSpc>
                <a:spcPct val="13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j-lt"/>
              </a:defRPr>
            </a:lvl1pPr>
            <a:lvl2pPr marL="542925" indent="-2778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2pPr>
            <a:lvl3pPr marL="808038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+mj-lt"/>
              </a:defRPr>
            </a:lvl3pPr>
            <a:lvl4pPr marL="1073150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+mj-lt"/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BF542CB-CBAE-B342-A99F-9FC17E4151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7665" y="304800"/>
            <a:ext cx="9078079" cy="114153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+mj-lt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8E8B4A8C-7F71-4151-AD61-FA19342EFA15}"/>
              </a:ext>
            </a:extLst>
          </p:cNvPr>
          <p:cNvSpPr txBox="1"/>
          <p:nvPr userDrawn="1"/>
        </p:nvSpPr>
        <p:spPr>
          <a:xfrm>
            <a:off x="10016332" y="6315190"/>
            <a:ext cx="1866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STATS ChipPAC Confidential</a:t>
            </a:r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9E4256AA-E217-4020-95D5-C3420E2431EB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679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-5107" y="0"/>
            <a:ext cx="122018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593D64E-B0D4-D140-B108-034D384343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5133" y="182881"/>
            <a:ext cx="2152227" cy="660772"/>
          </a:xfrm>
          <a:prstGeom prst="rect">
            <a:avLst/>
          </a:prstGeom>
        </p:spPr>
      </p:pic>
      <p:sp>
        <p:nvSpPr>
          <p:cNvPr id="10" name="内容占位符 11">
            <a:extLst>
              <a:ext uri="{FF2B5EF4-FFF2-40B4-BE49-F238E27FC236}">
                <a16:creationId xmlns:a16="http://schemas.microsoft.com/office/drawing/2014/main" id="{667B28BE-E999-384A-B0F2-86792612D45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97665" y="1454674"/>
            <a:ext cx="10913310" cy="4792304"/>
          </a:xfrm>
          <a:prstGeom prst="rect">
            <a:avLst/>
          </a:prstGeom>
        </p:spPr>
        <p:txBody>
          <a:bodyPr/>
          <a:lstStyle>
            <a:lvl1pPr marL="265113" indent="-265113">
              <a:lnSpc>
                <a:spcPct val="13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j-lt"/>
              </a:defRPr>
            </a:lvl1pPr>
            <a:lvl2pPr marL="542925" indent="-2778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2pPr>
            <a:lvl3pPr marL="808038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+mj-lt"/>
              </a:defRPr>
            </a:lvl3pPr>
            <a:lvl4pPr marL="1073150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+mj-lt"/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C88ACA2-F072-3144-A332-EB6C7D1C1B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7667" y="304800"/>
            <a:ext cx="9078078" cy="114756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+mj-lt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8BB58026-66C1-4D4D-9EEF-4F24F04D84FB}"/>
              </a:ext>
            </a:extLst>
          </p:cNvPr>
          <p:cNvSpPr txBox="1"/>
          <p:nvPr userDrawn="1"/>
        </p:nvSpPr>
        <p:spPr>
          <a:xfrm>
            <a:off x="10016332" y="6315190"/>
            <a:ext cx="1866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STATS ChipPAC Confidential</a:t>
            </a: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8094FAB4-AC23-4751-B472-05B02AD8FBEF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7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-5107" y="0"/>
            <a:ext cx="122018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9067" r="23839"/>
          <a:stretch/>
        </p:blipFill>
        <p:spPr>
          <a:xfrm>
            <a:off x="0" y="0"/>
            <a:ext cx="3759201" cy="6856990"/>
          </a:xfrm>
          <a:prstGeom prst="rect">
            <a:avLst/>
          </a:prstGeom>
        </p:spPr>
      </p:pic>
      <p:sp>
        <p:nvSpPr>
          <p:cNvPr id="17" name="单圆角矩形 11">
            <a:extLst>
              <a:ext uri="{FF2B5EF4-FFF2-40B4-BE49-F238E27FC236}">
                <a16:creationId xmlns:a16="http://schemas.microsoft.com/office/drawing/2014/main" id="{3FB0B4B3-29C6-4CD6-9A49-9D60E5C8444D}"/>
              </a:ext>
            </a:extLst>
          </p:cNvPr>
          <p:cNvSpPr/>
          <p:nvPr userDrawn="1"/>
        </p:nvSpPr>
        <p:spPr>
          <a:xfrm flipH="1">
            <a:off x="3362177" y="-1"/>
            <a:ext cx="8834583" cy="6858000"/>
          </a:xfrm>
          <a:prstGeom prst="round1Rect">
            <a:avLst>
              <a:gd name="adj" fmla="val 66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内容占位符 11">
            <a:extLst>
              <a:ext uri="{FF2B5EF4-FFF2-40B4-BE49-F238E27FC236}">
                <a16:creationId xmlns:a16="http://schemas.microsoft.com/office/drawing/2014/main" id="{48A993BC-4C37-3248-B482-4C179465301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89400" y="1188202"/>
            <a:ext cx="7661834" cy="4830400"/>
          </a:xfrm>
          <a:prstGeom prst="rect">
            <a:avLst/>
          </a:prstGeom>
        </p:spPr>
        <p:txBody>
          <a:bodyPr/>
          <a:lstStyle>
            <a:lvl1pPr marL="265113" indent="-265113">
              <a:lnSpc>
                <a:spcPct val="13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j-lt"/>
              </a:defRPr>
            </a:lvl1pPr>
            <a:lvl2pPr marL="542925" indent="-2778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2pPr>
            <a:lvl3pPr marL="808038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+mj-lt"/>
              </a:defRPr>
            </a:lvl3pPr>
            <a:lvl4pPr marL="1073150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+mj-lt"/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6178432E-CF3D-B041-B87A-851FE47C9B7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7504" y="182880"/>
            <a:ext cx="2152227" cy="660772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B8B36401-C97A-1A43-99AC-26D69B358D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89400" y="333375"/>
            <a:ext cx="5686344" cy="854827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+mj-lt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76FBFBEB-43B7-4BED-9D53-E88E8B7A5D4B}"/>
              </a:ext>
            </a:extLst>
          </p:cNvPr>
          <p:cNvSpPr txBox="1"/>
          <p:nvPr userDrawn="1"/>
        </p:nvSpPr>
        <p:spPr>
          <a:xfrm>
            <a:off x="10016332" y="6315190"/>
            <a:ext cx="1866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STATS ChipPAC Confidential</a:t>
            </a:r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8C6AC028-A6A6-4F95-A4F6-FD6BDDDD817B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384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-5107" y="0"/>
            <a:ext cx="122018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A9E0E9-8745-44AC-B6DE-7D47827254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759201" cy="6858000"/>
          </a:xfrm>
          <a:prstGeom prst="rect">
            <a:avLst/>
          </a:prstGeom>
        </p:spPr>
      </p:pic>
      <p:sp>
        <p:nvSpPr>
          <p:cNvPr id="17" name="单圆角矩形 11">
            <a:extLst>
              <a:ext uri="{FF2B5EF4-FFF2-40B4-BE49-F238E27FC236}">
                <a16:creationId xmlns:a16="http://schemas.microsoft.com/office/drawing/2014/main" id="{3FB0B4B3-29C6-4CD6-9A49-9D60E5C8444D}"/>
              </a:ext>
            </a:extLst>
          </p:cNvPr>
          <p:cNvSpPr/>
          <p:nvPr userDrawn="1"/>
        </p:nvSpPr>
        <p:spPr>
          <a:xfrm flipH="1">
            <a:off x="3365413" y="0"/>
            <a:ext cx="8834583" cy="6858000"/>
          </a:xfrm>
          <a:prstGeom prst="round1Rect">
            <a:avLst>
              <a:gd name="adj" fmla="val 66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内容占位符 11">
            <a:extLst>
              <a:ext uri="{FF2B5EF4-FFF2-40B4-BE49-F238E27FC236}">
                <a16:creationId xmlns:a16="http://schemas.microsoft.com/office/drawing/2014/main" id="{48A993BC-4C37-3248-B482-4C179465301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89400" y="1188205"/>
            <a:ext cx="7661834" cy="4830396"/>
          </a:xfrm>
          <a:prstGeom prst="rect">
            <a:avLst/>
          </a:prstGeom>
        </p:spPr>
        <p:txBody>
          <a:bodyPr/>
          <a:lstStyle>
            <a:lvl1pPr marL="265113" indent="-265113">
              <a:lnSpc>
                <a:spcPct val="13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j-lt"/>
              </a:defRPr>
            </a:lvl1pPr>
            <a:lvl2pPr marL="542925" indent="-2778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2pPr>
            <a:lvl3pPr marL="808038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+mj-lt"/>
              </a:defRPr>
            </a:lvl3pPr>
            <a:lvl4pPr marL="1073150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+mj-lt"/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6178432E-CF3D-B041-B87A-851FE47C9B7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7504" y="182880"/>
            <a:ext cx="2152227" cy="660772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B8B36401-C97A-1A43-99AC-26D69B358D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89400" y="333375"/>
            <a:ext cx="5686344" cy="85482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+mj-lt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76FBFBEB-43B7-4BED-9D53-E88E8B7A5D4B}"/>
              </a:ext>
            </a:extLst>
          </p:cNvPr>
          <p:cNvSpPr txBox="1"/>
          <p:nvPr userDrawn="1"/>
        </p:nvSpPr>
        <p:spPr>
          <a:xfrm>
            <a:off x="10016332" y="6315190"/>
            <a:ext cx="1866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STATS ChipPAC Confidential</a:t>
            </a:r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8C6AC028-A6A6-4F95-A4F6-FD6BDDDD817B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615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ABD433B3-1CD1-F04B-B8AF-B97A8A9C1C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-1128"/>
            <a:ext cx="12202363" cy="269507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73DC35E-52B6-5347-87F8-1F853BD5898D}"/>
              </a:ext>
            </a:extLst>
          </p:cNvPr>
          <p:cNvSpPr txBox="1"/>
          <p:nvPr userDrawn="1"/>
        </p:nvSpPr>
        <p:spPr>
          <a:xfrm>
            <a:off x="5612340" y="27145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800" dirty="0">
              <a:latin typeface="+mn-ea"/>
              <a:sym typeface="黑体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E9BC21B2-0A26-6A4A-9C9D-6D4A63C448EB}"/>
              </a:ext>
            </a:extLst>
          </p:cNvPr>
          <p:cNvSpPr txBox="1"/>
          <p:nvPr userDrawn="1"/>
        </p:nvSpPr>
        <p:spPr>
          <a:xfrm>
            <a:off x="11251505" y="6363152"/>
            <a:ext cx="499729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12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iṣḻíḍe">
            <a:extLst>
              <a:ext uri="{FF2B5EF4-FFF2-40B4-BE49-F238E27FC236}">
                <a16:creationId xmlns:a16="http://schemas.microsoft.com/office/drawing/2014/main" id="{84A8DBEC-69C0-F440-BA70-5BCB1577373A}"/>
              </a:ext>
            </a:extLst>
          </p:cNvPr>
          <p:cNvSpPr/>
          <p:nvPr userDrawn="1"/>
        </p:nvSpPr>
        <p:spPr bwMode="auto">
          <a:xfrm>
            <a:off x="827928" y="4612728"/>
            <a:ext cx="2090838" cy="557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rIns="900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Copy paste fonts. Choose the only option to retain text.</a:t>
            </a:r>
          </a:p>
        </p:txBody>
      </p:sp>
      <p:sp>
        <p:nvSpPr>
          <p:cNvPr id="20" name="单圆角矩形 14">
            <a:extLst>
              <a:ext uri="{FF2B5EF4-FFF2-40B4-BE49-F238E27FC236}">
                <a16:creationId xmlns:a16="http://schemas.microsoft.com/office/drawing/2014/main" id="{0E227113-C3FB-4D35-A47F-986A592EE3A5}"/>
              </a:ext>
            </a:extLst>
          </p:cNvPr>
          <p:cNvSpPr/>
          <p:nvPr userDrawn="1"/>
        </p:nvSpPr>
        <p:spPr>
          <a:xfrm>
            <a:off x="0" y="1687873"/>
            <a:ext cx="12202365" cy="5163954"/>
          </a:xfrm>
          <a:prstGeom prst="round1Rect">
            <a:avLst>
              <a:gd name="adj" fmla="val 97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内容占位符 11">
            <a:extLst>
              <a:ext uri="{FF2B5EF4-FFF2-40B4-BE49-F238E27FC236}">
                <a16:creationId xmlns:a16="http://schemas.microsoft.com/office/drawing/2014/main" id="{21A8D95E-5929-1D41-B5CC-5C300C3334F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27928" y="2915369"/>
            <a:ext cx="10540908" cy="3249525"/>
          </a:xfrm>
          <a:prstGeom prst="rect">
            <a:avLst/>
          </a:prstGeom>
        </p:spPr>
        <p:txBody>
          <a:bodyPr/>
          <a:lstStyle>
            <a:lvl1pPr marL="265113" indent="-265113">
              <a:lnSpc>
                <a:spcPct val="13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j-lt"/>
              </a:defRPr>
            </a:lvl1pPr>
            <a:lvl2pPr marL="542925" indent="-2778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2pPr>
            <a:lvl3pPr marL="808038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+mj-lt"/>
              </a:defRPr>
            </a:lvl3pPr>
            <a:lvl4pPr marL="1073150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+mj-lt"/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7E52D6A-57B0-FF42-82E4-5CA1BB3576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27927" y="2074023"/>
            <a:ext cx="10540908" cy="8413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+mj-lt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9C4C0CAF-485E-4AF0-B54D-46F2E6335B6B}"/>
              </a:ext>
            </a:extLst>
          </p:cNvPr>
          <p:cNvSpPr txBox="1"/>
          <p:nvPr userDrawn="1"/>
        </p:nvSpPr>
        <p:spPr>
          <a:xfrm>
            <a:off x="10016332" y="6315190"/>
            <a:ext cx="1866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STATS ChipPAC Confidential</a:t>
            </a:r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A7739DEB-1348-4609-A6C2-880BFC4B8F12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7B8FBEE-83B8-4A15-B565-B271E69931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0968" y="-381000"/>
            <a:ext cx="3180672" cy="179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877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B03210A-9493-468F-B7A8-A50B03E7B5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75"/>
          <a:stretch/>
        </p:blipFill>
        <p:spPr>
          <a:xfrm flipH="1">
            <a:off x="-4" y="0"/>
            <a:ext cx="12279090" cy="271711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73DC35E-52B6-5347-87F8-1F853BD5898D}"/>
              </a:ext>
            </a:extLst>
          </p:cNvPr>
          <p:cNvSpPr txBox="1"/>
          <p:nvPr userDrawn="1"/>
        </p:nvSpPr>
        <p:spPr>
          <a:xfrm>
            <a:off x="5612340" y="27145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800" dirty="0">
              <a:latin typeface="+mn-ea"/>
              <a:sym typeface="黑体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E9BC21B2-0A26-6A4A-9C9D-6D4A63C448EB}"/>
              </a:ext>
            </a:extLst>
          </p:cNvPr>
          <p:cNvSpPr txBox="1"/>
          <p:nvPr userDrawn="1"/>
        </p:nvSpPr>
        <p:spPr>
          <a:xfrm>
            <a:off x="11251505" y="6363152"/>
            <a:ext cx="499729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12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iṣḻíḍe">
            <a:extLst>
              <a:ext uri="{FF2B5EF4-FFF2-40B4-BE49-F238E27FC236}">
                <a16:creationId xmlns:a16="http://schemas.microsoft.com/office/drawing/2014/main" id="{84A8DBEC-69C0-F440-BA70-5BCB1577373A}"/>
              </a:ext>
            </a:extLst>
          </p:cNvPr>
          <p:cNvSpPr/>
          <p:nvPr userDrawn="1"/>
        </p:nvSpPr>
        <p:spPr bwMode="auto">
          <a:xfrm>
            <a:off x="827928" y="4612728"/>
            <a:ext cx="2090838" cy="557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rIns="900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Copy paste fonts. Choose the only option to retain text.</a:t>
            </a:r>
          </a:p>
        </p:txBody>
      </p:sp>
      <p:sp>
        <p:nvSpPr>
          <p:cNvPr id="20" name="单圆角矩形 14">
            <a:extLst>
              <a:ext uri="{FF2B5EF4-FFF2-40B4-BE49-F238E27FC236}">
                <a16:creationId xmlns:a16="http://schemas.microsoft.com/office/drawing/2014/main" id="{0E227113-C3FB-4D35-A47F-986A592EE3A5}"/>
              </a:ext>
            </a:extLst>
          </p:cNvPr>
          <p:cNvSpPr/>
          <p:nvPr userDrawn="1"/>
        </p:nvSpPr>
        <p:spPr>
          <a:xfrm>
            <a:off x="-5603" y="1694046"/>
            <a:ext cx="12202365" cy="5163954"/>
          </a:xfrm>
          <a:prstGeom prst="round1Rect">
            <a:avLst>
              <a:gd name="adj" fmla="val 97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内容占位符 11">
            <a:extLst>
              <a:ext uri="{FF2B5EF4-FFF2-40B4-BE49-F238E27FC236}">
                <a16:creationId xmlns:a16="http://schemas.microsoft.com/office/drawing/2014/main" id="{21A8D95E-5929-1D41-B5CC-5C300C3334F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27928" y="2915370"/>
            <a:ext cx="10540908" cy="3249524"/>
          </a:xfrm>
          <a:prstGeom prst="rect">
            <a:avLst/>
          </a:prstGeom>
        </p:spPr>
        <p:txBody>
          <a:bodyPr/>
          <a:lstStyle>
            <a:lvl1pPr marL="265113" indent="-265113">
              <a:lnSpc>
                <a:spcPct val="13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j-lt"/>
              </a:defRPr>
            </a:lvl1pPr>
            <a:lvl2pPr marL="542925" indent="-2778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2pPr>
            <a:lvl3pPr marL="808038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+mj-lt"/>
              </a:defRPr>
            </a:lvl3pPr>
            <a:lvl4pPr marL="1073150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+mj-lt"/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7E52D6A-57B0-FF42-82E4-5CA1BB3576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27927" y="2074023"/>
            <a:ext cx="10540908" cy="8413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+mj-lt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9C4C0CAF-485E-4AF0-B54D-46F2E6335B6B}"/>
              </a:ext>
            </a:extLst>
          </p:cNvPr>
          <p:cNvSpPr txBox="1"/>
          <p:nvPr userDrawn="1"/>
        </p:nvSpPr>
        <p:spPr>
          <a:xfrm>
            <a:off x="10016332" y="6315190"/>
            <a:ext cx="1866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STATS ChipPAC Confidential</a:t>
            </a:r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A7739DEB-1348-4609-A6C2-880BFC4B8F12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7B8FBEE-83B8-4A15-B565-B271E69931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0968" y="-381000"/>
            <a:ext cx="3180672" cy="179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25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0DC6A9F-FCB7-B841-9D8C-99A7202B75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0"/>
          <a:stretch/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6793E07D-6FE3-4D48-BFD5-B42EFC93CD27}"/>
              </a:ext>
            </a:extLst>
          </p:cNvPr>
          <p:cNvSpPr/>
          <p:nvPr userDrawn="1"/>
        </p:nvSpPr>
        <p:spPr>
          <a:xfrm>
            <a:off x="0" y="1915969"/>
            <a:ext cx="12196763" cy="4942031"/>
          </a:xfrm>
          <a:prstGeom prst="rect">
            <a:avLst/>
          </a:prstGeom>
          <a:gradFill>
            <a:gsLst>
              <a:gs pos="100000">
                <a:schemeClr val="tx1">
                  <a:lumMod val="0"/>
                </a:schemeClr>
              </a:gs>
              <a:gs pos="26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842EB43F-CE83-B342-B545-BCD11FD55BF6}"/>
              </a:ext>
            </a:extLst>
          </p:cNvPr>
          <p:cNvSpPr txBox="1"/>
          <p:nvPr userDrawn="1"/>
        </p:nvSpPr>
        <p:spPr>
          <a:xfrm>
            <a:off x="11251505" y="6363152"/>
            <a:ext cx="499729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12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9A3B1516-D590-994D-AA0B-A8328E07466F}"/>
              </a:ext>
            </a:extLst>
          </p:cNvPr>
          <p:cNvSpPr/>
          <p:nvPr userDrawn="1"/>
        </p:nvSpPr>
        <p:spPr>
          <a:xfrm>
            <a:off x="0" y="0"/>
            <a:ext cx="3083170" cy="6858000"/>
          </a:xfrm>
          <a:prstGeom prst="parallelogram">
            <a:avLst/>
          </a:prstGeom>
          <a:gradFill>
            <a:gsLst>
              <a:gs pos="0">
                <a:srgbClr val="002060"/>
              </a:gs>
              <a:gs pos="100000">
                <a:schemeClr val="accent1">
                  <a:alpha val="0"/>
                  <a:lumMod val="44898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平行四边形 9">
            <a:extLst>
              <a:ext uri="{FF2B5EF4-FFF2-40B4-BE49-F238E27FC236}">
                <a16:creationId xmlns:a16="http://schemas.microsoft.com/office/drawing/2014/main" id="{82312C41-B052-2B4B-B15D-A9EC4DB87ABE}"/>
              </a:ext>
            </a:extLst>
          </p:cNvPr>
          <p:cNvSpPr/>
          <p:nvPr userDrawn="1"/>
        </p:nvSpPr>
        <p:spPr>
          <a:xfrm>
            <a:off x="1921668" y="3774831"/>
            <a:ext cx="1386109" cy="3083170"/>
          </a:xfrm>
          <a:prstGeom prst="parallelogram">
            <a:avLst/>
          </a:prstGeom>
          <a:gradFill>
            <a:gsLst>
              <a:gs pos="0">
                <a:srgbClr val="002060"/>
              </a:gs>
              <a:gs pos="100000">
                <a:schemeClr val="accent1">
                  <a:alpha val="0"/>
                  <a:lumMod val="44898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FC273EF-4387-D14B-B75D-30B325ADE7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8467" y="2661041"/>
            <a:ext cx="3627773" cy="1113790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D4EE2194-0145-7545-97D3-C137944502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726" y="4475069"/>
            <a:ext cx="9705369" cy="8413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aseline="0">
                <a:solidFill>
                  <a:schemeClr val="bg1"/>
                </a:solidFill>
                <a:latin typeface="+mj-lt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2811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56E9F0-6D29-43E0-857F-09BFD3CE4B4B}"/>
              </a:ext>
            </a:extLst>
          </p:cNvPr>
          <p:cNvSpPr/>
          <p:nvPr userDrawn="1"/>
        </p:nvSpPr>
        <p:spPr>
          <a:xfrm>
            <a:off x="0" y="8602"/>
            <a:ext cx="12196763" cy="687127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FA044D-35CA-47F6-8B05-71D701A29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91723"/>
            <a:ext cx="12196763" cy="447955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6793E07D-6FE3-4D48-BFD5-B42EFC93CD27}"/>
              </a:ext>
            </a:extLst>
          </p:cNvPr>
          <p:cNvSpPr/>
          <p:nvPr userDrawn="1"/>
        </p:nvSpPr>
        <p:spPr>
          <a:xfrm>
            <a:off x="0" y="1907367"/>
            <a:ext cx="12196763" cy="4942031"/>
          </a:xfrm>
          <a:prstGeom prst="rect">
            <a:avLst/>
          </a:prstGeom>
          <a:gradFill>
            <a:gsLst>
              <a:gs pos="100000">
                <a:schemeClr val="tx1">
                  <a:lumMod val="0"/>
                  <a:alpha val="25000"/>
                </a:schemeClr>
              </a:gs>
              <a:gs pos="26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842EB43F-CE83-B342-B545-BCD11FD55BF6}"/>
              </a:ext>
            </a:extLst>
          </p:cNvPr>
          <p:cNvSpPr txBox="1"/>
          <p:nvPr userDrawn="1"/>
        </p:nvSpPr>
        <p:spPr>
          <a:xfrm>
            <a:off x="11251505" y="6363152"/>
            <a:ext cx="499729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12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图片 28">
            <a:extLst>
              <a:ext uri="{FF2B5EF4-FFF2-40B4-BE49-F238E27FC236}">
                <a16:creationId xmlns:a16="http://schemas.microsoft.com/office/drawing/2014/main" id="{50BF01B3-3F5F-4636-868B-1D790D37E5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15400" y="182000"/>
            <a:ext cx="3077304" cy="944786"/>
          </a:xfrm>
          <a:prstGeom prst="rect">
            <a:avLst/>
          </a:prstGeom>
        </p:spPr>
      </p:pic>
      <p:sp>
        <p:nvSpPr>
          <p:cNvPr id="12" name="副标题 2">
            <a:extLst>
              <a:ext uri="{FF2B5EF4-FFF2-40B4-BE49-F238E27FC236}">
                <a16:creationId xmlns:a16="http://schemas.microsoft.com/office/drawing/2014/main" id="{C311D3BF-4CCC-4F9C-8815-5ABD75552E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571876"/>
            <a:ext cx="8432800" cy="16557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2FD47014-1E87-4AB9-AA96-B2EB83F5E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1414463"/>
            <a:ext cx="8432799" cy="1354137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2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58974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>
            <a:extLst>
              <a:ext uri="{FF2B5EF4-FFF2-40B4-BE49-F238E27FC236}">
                <a16:creationId xmlns:a16="http://schemas.microsoft.com/office/drawing/2014/main" id="{2A7BCC4E-6061-114B-9D56-6E1572847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196761" cy="6858000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FFE60FD4-3AEF-7241-A67A-F4B5A19DAB64}"/>
              </a:ext>
            </a:extLst>
          </p:cNvPr>
          <p:cNvSpPr/>
          <p:nvPr userDrawn="1"/>
        </p:nvSpPr>
        <p:spPr>
          <a:xfrm rot="10800000">
            <a:off x="-3" y="-2"/>
            <a:ext cx="12196763" cy="6858002"/>
          </a:xfrm>
          <a:prstGeom prst="rect">
            <a:avLst/>
          </a:prstGeom>
          <a:gradFill>
            <a:gsLst>
              <a:gs pos="94000">
                <a:schemeClr val="tx1">
                  <a:lumMod val="0"/>
                  <a:alpha val="50000"/>
                </a:schemeClr>
              </a:gs>
              <a:gs pos="66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25A7CFC-1DE2-FE41-8A1B-0D08A4584F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4146" y="182000"/>
            <a:ext cx="2167118" cy="665343"/>
          </a:xfrm>
          <a:prstGeom prst="rect">
            <a:avLst/>
          </a:prstGeom>
        </p:spPr>
      </p:pic>
      <p:sp>
        <p:nvSpPr>
          <p:cNvPr id="25" name="平行四边形 24">
            <a:extLst>
              <a:ext uri="{FF2B5EF4-FFF2-40B4-BE49-F238E27FC236}">
                <a16:creationId xmlns:a16="http://schemas.microsoft.com/office/drawing/2014/main" id="{CB69AA24-0E10-C445-8320-A3744FFF62E0}"/>
              </a:ext>
            </a:extLst>
          </p:cNvPr>
          <p:cNvSpPr/>
          <p:nvPr userDrawn="1"/>
        </p:nvSpPr>
        <p:spPr>
          <a:xfrm>
            <a:off x="-1" y="1"/>
            <a:ext cx="3083170" cy="6858000"/>
          </a:xfrm>
          <a:prstGeom prst="parallelogram">
            <a:avLst/>
          </a:prstGeom>
          <a:gradFill>
            <a:gsLst>
              <a:gs pos="0">
                <a:srgbClr val="002060"/>
              </a:gs>
              <a:gs pos="100000">
                <a:schemeClr val="accent1">
                  <a:alpha val="0"/>
                  <a:lumMod val="44898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平行四边形 25">
            <a:extLst>
              <a:ext uri="{FF2B5EF4-FFF2-40B4-BE49-F238E27FC236}">
                <a16:creationId xmlns:a16="http://schemas.microsoft.com/office/drawing/2014/main" id="{68427B03-BC22-D240-A84E-9E2996A0258E}"/>
              </a:ext>
            </a:extLst>
          </p:cNvPr>
          <p:cNvSpPr/>
          <p:nvPr userDrawn="1"/>
        </p:nvSpPr>
        <p:spPr>
          <a:xfrm>
            <a:off x="1921668" y="3774831"/>
            <a:ext cx="1386109" cy="3083170"/>
          </a:xfrm>
          <a:prstGeom prst="parallelogram">
            <a:avLst/>
          </a:prstGeom>
          <a:gradFill>
            <a:gsLst>
              <a:gs pos="0">
                <a:srgbClr val="002060"/>
              </a:gs>
              <a:gs pos="100000">
                <a:schemeClr val="accent1">
                  <a:alpha val="0"/>
                  <a:lumMod val="44898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955221AC-6257-4A94-95AD-1AE21E8930C0}"/>
              </a:ext>
            </a:extLst>
          </p:cNvPr>
          <p:cNvSpPr txBox="1"/>
          <p:nvPr userDrawn="1"/>
        </p:nvSpPr>
        <p:spPr>
          <a:xfrm>
            <a:off x="10016332" y="6315190"/>
            <a:ext cx="1866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STATS ChipPAC Confidential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47377D7C-53EF-4A51-AA84-1E84A448B65D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内容占位符 11">
            <a:extLst>
              <a:ext uri="{FF2B5EF4-FFF2-40B4-BE49-F238E27FC236}">
                <a16:creationId xmlns:a16="http://schemas.microsoft.com/office/drawing/2014/main" id="{79765D7D-455A-4734-A4D2-D0A0E58A838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1352" y="2727882"/>
            <a:ext cx="9881886" cy="3257365"/>
          </a:xfrm>
          <a:prstGeom prst="rect">
            <a:avLst/>
          </a:prstGeom>
        </p:spPr>
        <p:txBody>
          <a:bodyPr/>
          <a:lstStyle>
            <a:lvl1pPr marL="265113" indent="-265113">
              <a:lnSpc>
                <a:spcPct val="130000"/>
              </a:lnSpc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j-lt"/>
              </a:defRPr>
            </a:lvl1pPr>
            <a:lvl2pPr marL="542925" indent="-2778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j-lt"/>
              </a:defRPr>
            </a:lvl2pPr>
            <a:lvl3pPr marL="808038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j-lt"/>
              </a:defRPr>
            </a:lvl3pPr>
            <a:lvl4pPr marL="1073150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j-lt"/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6" name="文本框 27">
            <a:extLst>
              <a:ext uri="{FF2B5EF4-FFF2-40B4-BE49-F238E27FC236}">
                <a16:creationId xmlns:a16="http://schemas.microsoft.com/office/drawing/2014/main" id="{41E466D4-9F60-4313-98F0-55D300D4C1DB}"/>
              </a:ext>
            </a:extLst>
          </p:cNvPr>
          <p:cNvSpPr txBox="1"/>
          <p:nvPr userDrawn="1"/>
        </p:nvSpPr>
        <p:spPr>
          <a:xfrm>
            <a:off x="821352" y="1566474"/>
            <a:ext cx="5029201" cy="1107996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6600" dirty="0">
                <a:solidFill>
                  <a:schemeClr val="bg1"/>
                </a:solidFill>
              </a:rPr>
              <a:t>CONTENTS</a:t>
            </a:r>
            <a:endParaRPr lang="en-US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7577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659306C-B23C-5146-B9ED-B3B8BD32D9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7" y="0"/>
            <a:ext cx="12195188" cy="68580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FFE60FD4-3AEF-7241-A67A-F4B5A19DAB64}"/>
              </a:ext>
            </a:extLst>
          </p:cNvPr>
          <p:cNvSpPr/>
          <p:nvPr userDrawn="1"/>
        </p:nvSpPr>
        <p:spPr>
          <a:xfrm rot="10800000">
            <a:off x="-3" y="-3"/>
            <a:ext cx="12196763" cy="6858002"/>
          </a:xfrm>
          <a:prstGeom prst="rect">
            <a:avLst/>
          </a:prstGeom>
          <a:gradFill>
            <a:gsLst>
              <a:gs pos="94000">
                <a:schemeClr val="tx1">
                  <a:lumMod val="0"/>
                  <a:alpha val="20000"/>
                </a:schemeClr>
              </a:gs>
              <a:gs pos="66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平行四边形 12">
            <a:extLst>
              <a:ext uri="{FF2B5EF4-FFF2-40B4-BE49-F238E27FC236}">
                <a16:creationId xmlns:a16="http://schemas.microsoft.com/office/drawing/2014/main" id="{ED35F418-6EC4-434E-9415-AC4A06232C7C}"/>
              </a:ext>
            </a:extLst>
          </p:cNvPr>
          <p:cNvSpPr/>
          <p:nvPr userDrawn="1"/>
        </p:nvSpPr>
        <p:spPr>
          <a:xfrm>
            <a:off x="-1" y="1"/>
            <a:ext cx="3083170" cy="6858000"/>
          </a:xfrm>
          <a:prstGeom prst="parallelogram">
            <a:avLst/>
          </a:prstGeom>
          <a:gradFill>
            <a:gsLst>
              <a:gs pos="0">
                <a:srgbClr val="002060"/>
              </a:gs>
              <a:gs pos="100000">
                <a:schemeClr val="accent1">
                  <a:alpha val="0"/>
                  <a:lumMod val="44898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平行四边形 13">
            <a:extLst>
              <a:ext uri="{FF2B5EF4-FFF2-40B4-BE49-F238E27FC236}">
                <a16:creationId xmlns:a16="http://schemas.microsoft.com/office/drawing/2014/main" id="{89BBCAD8-388E-1E4B-8B5E-426127C8DCC8}"/>
              </a:ext>
            </a:extLst>
          </p:cNvPr>
          <p:cNvSpPr/>
          <p:nvPr userDrawn="1"/>
        </p:nvSpPr>
        <p:spPr>
          <a:xfrm>
            <a:off x="1921668" y="3774831"/>
            <a:ext cx="1386109" cy="3083170"/>
          </a:xfrm>
          <a:prstGeom prst="parallelogram">
            <a:avLst/>
          </a:prstGeom>
          <a:gradFill>
            <a:gsLst>
              <a:gs pos="0">
                <a:srgbClr val="002060"/>
              </a:gs>
              <a:gs pos="100000">
                <a:schemeClr val="accent1">
                  <a:alpha val="0"/>
                  <a:lumMod val="44898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B4B89B-7F34-497C-B664-996909754FD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0968" y="-381000"/>
            <a:ext cx="3180672" cy="1792224"/>
          </a:xfrm>
          <a:prstGeom prst="rect">
            <a:avLst/>
          </a:prstGeom>
        </p:spPr>
      </p:pic>
      <p:sp>
        <p:nvSpPr>
          <p:cNvPr id="19" name="TextBox 2">
            <a:extLst>
              <a:ext uri="{FF2B5EF4-FFF2-40B4-BE49-F238E27FC236}">
                <a16:creationId xmlns:a16="http://schemas.microsoft.com/office/drawing/2014/main" id="{796E3EF1-ACAC-4C84-81EE-955D8D73FF3C}"/>
              </a:ext>
            </a:extLst>
          </p:cNvPr>
          <p:cNvSpPr txBox="1"/>
          <p:nvPr userDrawn="1"/>
        </p:nvSpPr>
        <p:spPr>
          <a:xfrm>
            <a:off x="10016332" y="6315190"/>
            <a:ext cx="1866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STATS ChipPAC Confidential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276C429A-06C5-4233-B239-8FC069C5BE94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内容占位符 11">
            <a:extLst>
              <a:ext uri="{FF2B5EF4-FFF2-40B4-BE49-F238E27FC236}">
                <a16:creationId xmlns:a16="http://schemas.microsoft.com/office/drawing/2014/main" id="{98ED0C0D-1231-4590-8F61-0F8DB85A40D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97665" y="1463646"/>
            <a:ext cx="10801430" cy="4760402"/>
          </a:xfrm>
          <a:prstGeom prst="rect">
            <a:avLst/>
          </a:prstGeom>
        </p:spPr>
        <p:txBody>
          <a:bodyPr/>
          <a:lstStyle>
            <a:lvl1pPr marL="265113" indent="-265113">
              <a:lnSpc>
                <a:spcPct val="130000"/>
              </a:lnSpc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j-lt"/>
              </a:defRPr>
            </a:lvl1pPr>
            <a:lvl2pPr marL="542925" indent="-2778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j-lt"/>
              </a:defRPr>
            </a:lvl2pPr>
            <a:lvl3pPr marL="808038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j-lt"/>
              </a:defRPr>
            </a:lvl3pPr>
            <a:lvl4pPr marL="1073150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j-lt"/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FB1C204-6380-44F6-8D43-3BF9124060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7667" y="323850"/>
            <a:ext cx="9078078" cy="112851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 baseline="0">
                <a:solidFill>
                  <a:schemeClr val="bg1"/>
                </a:solidFill>
                <a:latin typeface="+mj-lt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72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">
            <a:extLst>
              <a:ext uri="{FF2B5EF4-FFF2-40B4-BE49-F238E27FC236}">
                <a16:creationId xmlns:a16="http://schemas.microsoft.com/office/drawing/2014/main" id="{842EB43F-CE83-B342-B545-BCD11FD55BF6}"/>
              </a:ext>
            </a:extLst>
          </p:cNvPr>
          <p:cNvSpPr txBox="1"/>
          <p:nvPr userDrawn="1"/>
        </p:nvSpPr>
        <p:spPr>
          <a:xfrm>
            <a:off x="11251505" y="6363152"/>
            <a:ext cx="499729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12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761CD61-ED57-8B45-9798-ACD6C146CA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" y="0"/>
            <a:ext cx="12196763" cy="6858000"/>
          </a:xfrm>
          <a:prstGeom prst="rect">
            <a:avLst/>
          </a:prstGeom>
        </p:spPr>
      </p:pic>
      <p:pic>
        <p:nvPicPr>
          <p:cNvPr id="7" name="图片 28">
            <a:extLst>
              <a:ext uri="{FF2B5EF4-FFF2-40B4-BE49-F238E27FC236}">
                <a16:creationId xmlns:a16="http://schemas.microsoft.com/office/drawing/2014/main" id="{8E16AC03-38E5-490C-BBF6-F7C305F2E1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4146" y="182000"/>
            <a:ext cx="2167118" cy="665343"/>
          </a:xfrm>
          <a:prstGeom prst="rect">
            <a:avLst/>
          </a:prstGeom>
        </p:spPr>
      </p:pic>
      <p:sp>
        <p:nvSpPr>
          <p:cNvPr id="10" name="TextBox 2">
            <a:extLst>
              <a:ext uri="{FF2B5EF4-FFF2-40B4-BE49-F238E27FC236}">
                <a16:creationId xmlns:a16="http://schemas.microsoft.com/office/drawing/2014/main" id="{3A1D9B9F-2D41-42D8-966D-C9C76E948502}"/>
              </a:ext>
            </a:extLst>
          </p:cNvPr>
          <p:cNvSpPr txBox="1"/>
          <p:nvPr userDrawn="1"/>
        </p:nvSpPr>
        <p:spPr>
          <a:xfrm>
            <a:off x="10016332" y="6315190"/>
            <a:ext cx="1866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STATS ChipPAC Confidential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EA4A2153-26C9-458E-A92C-54FCFAE8D2E7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内容占位符 11">
            <a:extLst>
              <a:ext uri="{FF2B5EF4-FFF2-40B4-BE49-F238E27FC236}">
                <a16:creationId xmlns:a16="http://schemas.microsoft.com/office/drawing/2014/main" id="{101EECAF-6E67-45A8-9B72-A616EEA5527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97665" y="1463646"/>
            <a:ext cx="10801430" cy="4760402"/>
          </a:xfrm>
          <a:prstGeom prst="rect">
            <a:avLst/>
          </a:prstGeom>
        </p:spPr>
        <p:txBody>
          <a:bodyPr/>
          <a:lstStyle>
            <a:lvl1pPr marL="265113" indent="-265113">
              <a:lnSpc>
                <a:spcPct val="130000"/>
              </a:lnSpc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j-lt"/>
              </a:defRPr>
            </a:lvl1pPr>
            <a:lvl2pPr marL="542925" indent="-2778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j-lt"/>
              </a:defRPr>
            </a:lvl2pPr>
            <a:lvl3pPr marL="808038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j-lt"/>
              </a:defRPr>
            </a:lvl3pPr>
            <a:lvl4pPr marL="1073150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j-lt"/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1730D08D-6E21-4843-8A50-8CD96EAD05D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7667" y="342900"/>
            <a:ext cx="9036480" cy="110946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 baseline="0">
                <a:solidFill>
                  <a:schemeClr val="bg1"/>
                </a:solidFill>
                <a:latin typeface="+mj-lt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0776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0154F30-9201-AA47-8F62-AB1B247436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544290" y="0"/>
            <a:ext cx="7652469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4544291" y="0"/>
            <a:ext cx="7652471" cy="6858000"/>
          </a:xfrm>
          <a:prstGeom prst="rect">
            <a:avLst/>
          </a:prstGeom>
          <a:gradFill>
            <a:gsLst>
              <a:gs pos="74000">
                <a:schemeClr val="tx1">
                  <a:lumMod val="0"/>
                  <a:alpha val="50000"/>
                </a:schemeClr>
              </a:gs>
              <a:gs pos="16000">
                <a:schemeClr val="tx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>
          <a:xfrm>
            <a:off x="0" y="921804"/>
            <a:ext cx="4544291" cy="59361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"/>
          <a:stretch/>
        </p:blipFill>
        <p:spPr>
          <a:xfrm>
            <a:off x="0" y="-1"/>
            <a:ext cx="4544291" cy="1739901"/>
          </a:xfrm>
          <a:prstGeom prst="rect">
            <a:avLst/>
          </a:prstGeom>
        </p:spPr>
      </p:pic>
      <p:pic>
        <p:nvPicPr>
          <p:cNvPr id="12" name="图片 28">
            <a:extLst>
              <a:ext uri="{FF2B5EF4-FFF2-40B4-BE49-F238E27FC236}">
                <a16:creationId xmlns:a16="http://schemas.microsoft.com/office/drawing/2014/main" id="{5BD0946C-9FD3-4C06-9CB3-05A5950E94F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4146" y="182000"/>
            <a:ext cx="2167118" cy="665343"/>
          </a:xfrm>
          <a:prstGeom prst="rect">
            <a:avLst/>
          </a:prstGeom>
        </p:spPr>
      </p:pic>
      <p:sp>
        <p:nvSpPr>
          <p:cNvPr id="14" name="内容占位符 11">
            <a:extLst>
              <a:ext uri="{FF2B5EF4-FFF2-40B4-BE49-F238E27FC236}">
                <a16:creationId xmlns:a16="http://schemas.microsoft.com/office/drawing/2014/main" id="{E3E57D3D-B735-4742-B31F-5462DA740CB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973216" y="1190243"/>
            <a:ext cx="6778017" cy="4828357"/>
          </a:xfrm>
          <a:prstGeom prst="rect">
            <a:avLst/>
          </a:prstGeom>
        </p:spPr>
        <p:txBody>
          <a:bodyPr/>
          <a:lstStyle>
            <a:lvl1pPr marL="265113" indent="-265113">
              <a:lnSpc>
                <a:spcPct val="130000"/>
              </a:lnSpc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j-lt"/>
              </a:defRPr>
            </a:lvl1pPr>
            <a:lvl2pPr marL="542925" indent="-2778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j-lt"/>
              </a:defRPr>
            </a:lvl2pPr>
            <a:lvl3pPr marL="808038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j-lt"/>
              </a:defRPr>
            </a:lvl3pPr>
            <a:lvl4pPr marL="1073150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j-lt"/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105BB77C-7239-4C60-B2B0-87D10FAAD6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3216" y="342900"/>
            <a:ext cx="4760927" cy="8489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 baseline="0">
                <a:solidFill>
                  <a:schemeClr val="bg1"/>
                </a:solidFill>
                <a:latin typeface="+mj-lt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7033B2F7-FA25-413D-9ACF-4007133B0F9E}"/>
              </a:ext>
            </a:extLst>
          </p:cNvPr>
          <p:cNvSpPr txBox="1"/>
          <p:nvPr userDrawn="1"/>
        </p:nvSpPr>
        <p:spPr>
          <a:xfrm>
            <a:off x="10016332" y="6315190"/>
            <a:ext cx="1866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STATS ChipPAC Confidential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0440E202-E464-45D5-AF7B-5710CE287790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7505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0154F30-9201-AA47-8F62-AB1B247436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544290" y="0"/>
            <a:ext cx="7652469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4544291" y="0"/>
            <a:ext cx="7652471" cy="6858000"/>
          </a:xfrm>
          <a:prstGeom prst="rect">
            <a:avLst/>
          </a:prstGeom>
          <a:gradFill>
            <a:gsLst>
              <a:gs pos="74000">
                <a:schemeClr val="tx1">
                  <a:lumMod val="0"/>
                  <a:alpha val="50000"/>
                </a:schemeClr>
              </a:gs>
              <a:gs pos="16000">
                <a:schemeClr val="tx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E748789-8DCE-46BC-95CF-93B23F58106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67"/>
          <a:stretch/>
        </p:blipFill>
        <p:spPr bwMode="auto">
          <a:xfrm>
            <a:off x="-2" y="1"/>
            <a:ext cx="4544292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28">
            <a:extLst>
              <a:ext uri="{FF2B5EF4-FFF2-40B4-BE49-F238E27FC236}">
                <a16:creationId xmlns:a16="http://schemas.microsoft.com/office/drawing/2014/main" id="{5BD0946C-9FD3-4C06-9CB3-05A5950E94F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4146" y="182000"/>
            <a:ext cx="2167118" cy="665343"/>
          </a:xfrm>
          <a:prstGeom prst="rect">
            <a:avLst/>
          </a:prstGeom>
        </p:spPr>
      </p:pic>
      <p:sp>
        <p:nvSpPr>
          <p:cNvPr id="14" name="内容占位符 11">
            <a:extLst>
              <a:ext uri="{FF2B5EF4-FFF2-40B4-BE49-F238E27FC236}">
                <a16:creationId xmlns:a16="http://schemas.microsoft.com/office/drawing/2014/main" id="{E3E57D3D-B735-4742-B31F-5462DA740CB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973216" y="1190243"/>
            <a:ext cx="6778017" cy="4828357"/>
          </a:xfrm>
          <a:prstGeom prst="rect">
            <a:avLst/>
          </a:prstGeom>
        </p:spPr>
        <p:txBody>
          <a:bodyPr/>
          <a:lstStyle>
            <a:lvl1pPr marL="265113" indent="-265113">
              <a:lnSpc>
                <a:spcPct val="130000"/>
              </a:lnSpc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j-lt"/>
              </a:defRPr>
            </a:lvl1pPr>
            <a:lvl2pPr marL="542925" indent="-2778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j-lt"/>
              </a:defRPr>
            </a:lvl2pPr>
            <a:lvl3pPr marL="808038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j-lt"/>
              </a:defRPr>
            </a:lvl3pPr>
            <a:lvl4pPr marL="1073150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j-lt"/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105BB77C-7239-4C60-B2B0-87D10FAAD6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3216" y="342900"/>
            <a:ext cx="4760927" cy="8489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 baseline="0">
                <a:solidFill>
                  <a:schemeClr val="bg1"/>
                </a:solidFill>
                <a:latin typeface="+mj-lt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7033B2F7-FA25-413D-9ACF-4007133B0F9E}"/>
              </a:ext>
            </a:extLst>
          </p:cNvPr>
          <p:cNvSpPr txBox="1"/>
          <p:nvPr userDrawn="1"/>
        </p:nvSpPr>
        <p:spPr>
          <a:xfrm>
            <a:off x="10016332" y="6315190"/>
            <a:ext cx="1866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STATS ChipPAC Confidential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0440E202-E464-45D5-AF7B-5710CE287790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36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AA9B1FE-4507-3E4F-9F4C-FE673F12A0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4"/>
          <a:stretch/>
        </p:blipFill>
        <p:spPr>
          <a:xfrm>
            <a:off x="-1" y="-19631"/>
            <a:ext cx="12196764" cy="687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060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92" r:id="rId1"/>
    <p:sldLayoutId id="2147484622" r:id="rId2"/>
    <p:sldLayoutId id="2147484593" r:id="rId3"/>
    <p:sldLayoutId id="2147484595" r:id="rId4"/>
    <p:sldLayoutId id="2147484596" r:id="rId5"/>
    <p:sldLayoutId id="2147484591" r:id="rId6"/>
    <p:sldLayoutId id="2147484598" r:id="rId7"/>
    <p:sldLayoutId id="2147484612" r:id="rId8"/>
    <p:sldLayoutId id="2147484599" r:id="rId9"/>
    <p:sldLayoutId id="2147484609" r:id="rId10"/>
    <p:sldLayoutId id="2147484623" r:id="rId11"/>
    <p:sldLayoutId id="2147484624" r:id="rId12"/>
    <p:sldLayoutId id="2147484626" r:id="rId13"/>
    <p:sldLayoutId id="2147484627" r:id="rId14"/>
    <p:sldLayoutId id="2147484629" r:id="rId15"/>
    <p:sldLayoutId id="2147484631" r:id="rId16"/>
    <p:sldLayoutId id="214748463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1"/>
          <p:cNvSpPr>
            <a:spLocks noGrp="1"/>
          </p:cNvSpPr>
          <p:nvPr>
            <p:ph type="subTitle" idx="1"/>
          </p:nvPr>
        </p:nvSpPr>
        <p:spPr>
          <a:xfrm>
            <a:off x="1492752" y="2810171"/>
            <a:ext cx="9705369" cy="841346"/>
          </a:xfrm>
        </p:spPr>
        <p:txBody>
          <a:bodyPr/>
          <a:lstStyle/>
          <a:p>
            <a:pPr algn="ctr"/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634200763"/>
      </p:ext>
    </p:extLst>
  </p:cSld>
  <p:clrMapOvr>
    <a:masterClrMapping/>
  </p:clrMapOvr>
</p:sld>
</file>

<file path=ppt/theme/theme1.xml><?xml version="1.0" encoding="utf-8"?>
<a:theme xmlns:a="http://schemas.openxmlformats.org/drawingml/2006/main" name="STATS ChipPAC - Light">
  <a:themeElements>
    <a:clrScheme name="JCET Group Standard">
      <a:dk1>
        <a:srgbClr val="1D1D1A"/>
      </a:dk1>
      <a:lt1>
        <a:srgbClr val="FFFFFF"/>
      </a:lt1>
      <a:dk2>
        <a:srgbClr val="0000A0"/>
      </a:dk2>
      <a:lt2>
        <a:srgbClr val="004BFF"/>
      </a:lt2>
      <a:accent1>
        <a:srgbClr val="0098FF"/>
      </a:accent1>
      <a:accent2>
        <a:srgbClr val="00D6FF"/>
      </a:accent2>
      <a:accent3>
        <a:srgbClr val="9900B4"/>
      </a:accent3>
      <a:accent4>
        <a:srgbClr val="CC25B8"/>
      </a:accent4>
      <a:accent5>
        <a:srgbClr val="FF4ABD"/>
      </a:accent5>
      <a:accent6>
        <a:srgbClr val="62BE00"/>
      </a:accent6>
      <a:hlink>
        <a:srgbClr val="34342F"/>
      </a:hlink>
      <a:folHlink>
        <a:srgbClr val="34342F"/>
      </a:folHlink>
    </a:clrScheme>
    <a:fontScheme name="JCET Group Standard 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980E47516BB645B86E0C728F181474" ma:contentTypeVersion="10" ma:contentTypeDescription="Create a new document." ma:contentTypeScope="" ma:versionID="e9a37820596342270310b376171bfc4d">
  <xsd:schema xmlns:xsd="http://www.w3.org/2001/XMLSchema" xmlns:xs="http://www.w3.org/2001/XMLSchema" xmlns:p="http://schemas.microsoft.com/office/2006/metadata/properties" xmlns:ns2="01bade0f-f4e3-4cf3-9a37-a9474a3dc59f" xmlns:ns3="470b244f-112e-49db-a81f-cf6c92a96037" targetNamespace="http://schemas.microsoft.com/office/2006/metadata/properties" ma:root="true" ma:fieldsID="a83471af9b2118ab7cfed82bb389cce4" ns2:_="" ns3:_="">
    <xsd:import namespace="01bade0f-f4e3-4cf3-9a37-a9474a3dc59f"/>
    <xsd:import namespace="470b244f-112e-49db-a81f-cf6c92a960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bade0f-f4e3-4cf3-9a37-a9474a3dc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b244f-112e-49db-a81f-cf6c92a9603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93B15B8-309D-4718-ABF6-BA3D1B9453A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C68017-D2CC-4A9E-A6D1-79DE94F907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bade0f-f4e3-4cf3-9a37-a9474a3dc59f"/>
    <ds:schemaRef ds:uri="470b244f-112e-49db-a81f-cf6c92a960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0A0475A-01DE-45B6-A0A3-55B789B83525}">
  <ds:schemaRefs>
    <ds:schemaRef ds:uri="http://schemas.microsoft.com/office/infopath/2007/PartnerControls"/>
    <ds:schemaRef ds:uri="http://purl.org/dc/dcmitype/"/>
    <ds:schemaRef ds:uri="01bade0f-f4e3-4cf3-9a37-a9474a3dc59f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470b244f-112e-49db-a81f-cf6c92a96037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PPT模板</Template>
  <TotalTime>19065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Microsoft YaHei</vt:lpstr>
      <vt:lpstr>Microsoft YaHei</vt:lpstr>
      <vt:lpstr>黑体</vt:lpstr>
      <vt:lpstr>Arial</vt:lpstr>
      <vt:lpstr>STATS ChipPAC - Light</vt:lpstr>
      <vt:lpstr>PowerPoint 프레젠테이션</vt:lpstr>
    </vt:vector>
  </TitlesOfParts>
  <Company>JCET Group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Wei.Wu@jcetglobal.com</dc:creator>
  <cp:lastModifiedBy>KANG SeongHyun (JSCK-RF LAB2)</cp:lastModifiedBy>
  <cp:revision>770</cp:revision>
  <dcterms:created xsi:type="dcterms:W3CDTF">2018-11-29T10:16:29Z</dcterms:created>
  <dcterms:modified xsi:type="dcterms:W3CDTF">2026-04-28T02:30:04Z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(3)m1WSHvjTi8Y1JVaeeVTGXq2VLPvsp98+YXkajCO6VGPgCTSnk+JUa/FPZ24N2LXv0xXN1j0w
XfnEY9WE2szdAhUTjnU3qm7xoBNLW8aqWSGkvDYD0rm8hetcgKe5lx9Wr+B5gdvHFPRhjbRj
NmvtnvdRV1fiBWFDbrvhxswAV7VqaA8DK0D0IDLbZS6YkgaZaaBx+dru0uijXruL4S8Ojdtf
kBHWljaqTLh79nCodJ</vt:lpwstr>
  </property>
  <property fmtid="{D5CDD505-2E9C-101B-9397-08002B2CF9AE}" pid="3" name="_2015_ms_pID_7253431">
    <vt:lpwstr>dVye0hWgHvNaHVj0FDzR7Ch4FkLzzMFf0X92YgAHUWd4Z7jpmpCFnN
lMS3DziRTHFGyo4Qx9Hwc76OFsjhiofeqSCJdEB8gmd43nkg5pv5wgDdfs88tdrzS0uehY/3
qBYgtD9eUXI7CZb5fcIy8kaRBNlIh8djZ2TAek4H9IsE8NwB62L468lFgDxws+jgjE5Oj38g
TwKW3o2ji/D7DmIoiVqr8Ii71XwiNByCV3Vg</vt:lpwstr>
  </property>
  <property fmtid="{D5CDD505-2E9C-101B-9397-08002B2CF9AE}" pid="4" name="_2015_ms_pID_7253432">
    <vt:lpwstr>2g==</vt:lpwstr>
  </property>
  <property fmtid="{D5CDD505-2E9C-101B-9397-08002B2CF9AE}" pid="5" name="ContentTypeId">
    <vt:lpwstr>0x010100A7980E47516BB645B86E0C728F181474</vt:lpwstr>
  </property>
</Properties>
</file>