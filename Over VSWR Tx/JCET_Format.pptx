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</p:sldMasterIdLst>
  <p:notesMasterIdLst>
    <p:notesMasterId r:id="rId5"/>
  </p:notesMasterIdLst>
  <p:handoutMasterIdLst>
    <p:handoutMasterId r:id="rId6"/>
  </p:handoutMaster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C32"/>
    <a:srgbClr val="A0C8FC"/>
    <a:srgbClr val="B6CEFE"/>
    <a:srgbClr val="C0CEFB"/>
    <a:srgbClr val="C0D1FB"/>
    <a:srgbClr val="C5D1FB"/>
    <a:srgbClr val="C3D0FD"/>
    <a:srgbClr val="D6C5F9"/>
    <a:srgbClr val="A1C9FD"/>
    <a:srgbClr val="C8C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0" autoAdjust="0"/>
    <p:restoredTop sz="97371" autoAdjust="0"/>
  </p:normalViewPr>
  <p:slideViewPr>
    <p:cSldViewPr snapToGrid="0" snapToObjects="1">
      <p:cViewPr varScale="1">
        <p:scale>
          <a:sx n="111" d="100"/>
          <a:sy n="111" d="100"/>
        </p:scale>
        <p:origin x="810" y="9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41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11/7/2024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9375FBF-55F8-EA40-A7EA-1FE0290C4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1" r="11213"/>
          <a:stretch/>
        </p:blipFill>
        <p:spPr>
          <a:xfrm>
            <a:off x="1" y="-27970"/>
            <a:ext cx="12196762" cy="6894309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400071E0-813A-4C9E-81CF-5584FF73E301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C635F4-0B82-AF49-B969-C8ED08AD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938" y="1769134"/>
            <a:ext cx="4552886" cy="1658279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592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AEF109-E82F-459A-B438-DA3C16201EA7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5C433D-B595-4D2D-827D-14B7E626F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0" lang="en-US" altLang="ko-KR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24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8BAD62-4418-4D15-9120-18598CE3DE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4" t="4389" r="15156" b="1049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E1CBB8-9D05-4AF0-B99A-CA9FCBF91C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DDB2D6CA-C3EF-4711-8656-4572D2D49A4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C635F4-0B82-AF49-B969-C8ED08AD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68" y="708614"/>
            <a:ext cx="6849291" cy="1861591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6CA6343-BCE4-2E4C-BD1D-CB15600EE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80398"/>
            <a:ext cx="628547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644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A9B1FE-4507-3E4F-9F4C-FE673F12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" t="-164" r="4877" b="164"/>
          <a:stretch/>
        </p:blipFill>
        <p:spPr>
          <a:xfrm>
            <a:off x="-1" y="-19631"/>
            <a:ext cx="12196764" cy="6877631"/>
          </a:xfrm>
          <a:prstGeom prst="rect">
            <a:avLst/>
          </a:prstGeom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78AEF109-E82F-459A-B438-DA3C16201EA7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6FAAFDF-D993-AE4D-8BA0-8BD5B846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600" cy="11420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2B13FB6-CC21-7040-BF60-69B39C6E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010B3694-099E-424C-9483-73E516914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86149" y="64036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F1008033-434A-DB44-9D9E-840D1003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3" y="6415840"/>
            <a:ext cx="509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F83DC81-107C-5045-9FAA-4CF997AC23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0" r:id="rId1"/>
    <p:sldLayoutId id="2147484614" r:id="rId2"/>
    <p:sldLayoutId id="214748462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TATS ChipPAC - Light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6b82ba-1b8e-4df7-b604-50ec0b7bf2d8">
      <Terms xmlns="http://schemas.microsoft.com/office/infopath/2007/PartnerControls"/>
    </lcf76f155ced4ddcb4097134ff3c332f>
    <TaxCatchAll xmlns="3c8809a9-1cc3-4fb7-b9ec-a0c5e5ab49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78B6AAC75C54EA120CA0A3F644464" ma:contentTypeVersion="33" ma:contentTypeDescription="Create a new document." ma:contentTypeScope="" ma:versionID="e1a073139d09fcfb1b332be46fe9e0a6">
  <xsd:schema xmlns:xsd="http://www.w3.org/2001/XMLSchema" xmlns:xs="http://www.w3.org/2001/XMLSchema" xmlns:p="http://schemas.microsoft.com/office/2006/metadata/properties" xmlns:ns2="416b82ba-1b8e-4df7-b604-50ec0b7bf2d8" xmlns:ns3="470b244f-112e-49db-a81f-cf6c92a96037" xmlns:ns4="3c8809a9-1cc3-4fb7-b9ec-a0c5e5ab4950" targetNamespace="http://schemas.microsoft.com/office/2006/metadata/properties" ma:root="true" ma:fieldsID="4d1699ef032e9d13e57c0f0ed5efb909" ns2:_="" ns3:_="" ns4:_="">
    <xsd:import namespace="416b82ba-1b8e-4df7-b604-50ec0b7bf2d8"/>
    <xsd:import namespace="470b244f-112e-49db-a81f-cf6c92a96037"/>
    <xsd:import namespace="3c8809a9-1cc3-4fb7-b9ec-a0c5e5ab49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82ba-1b8e-4df7-b604-50ec0b7bf2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e28b887-39db-4e8a-af71-6ec41d296d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b244f-112e-49db-a81f-cf6c92a96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8809a9-1cc3-4fb7-b9ec-a0c5e5ab4950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fc519411-38e7-4adf-83cf-edc6aeb26096}" ma:internalName="TaxCatchAll" ma:showField="CatchAllData" ma:web="3c8809a9-1cc3-4fb7-b9ec-a0c5e5ab49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A0475A-01DE-45B6-A0A3-55B789B83525}">
  <ds:schemaRefs>
    <ds:schemaRef ds:uri="3c8809a9-1cc3-4fb7-b9ec-a0c5e5ab4950"/>
    <ds:schemaRef ds:uri="416b82ba-1b8e-4df7-b604-50ec0b7bf2d8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470b244f-112e-49db-a81f-cf6c92a96037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93B15B8-309D-4718-ABF6-BA3D1B945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5812C3-0AE9-49AD-BCB4-CD97F4C966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6b82ba-1b8e-4df7-b604-50ec0b7bf2d8"/>
    <ds:schemaRef ds:uri="470b244f-112e-49db-a81f-cf6c92a96037"/>
    <ds:schemaRef ds:uri="3c8809a9-1cc3-4fb7-b9ec-a0c5e5ab49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19250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微软雅黑</vt:lpstr>
      <vt:lpstr>Arial</vt:lpstr>
      <vt:lpstr>STATS ChipPAC - Light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LEE SeokJin (JSCK-RF LAB1-RF Engineering)</cp:lastModifiedBy>
  <cp:revision>778</cp:revision>
  <dcterms:created xsi:type="dcterms:W3CDTF">2018-11-29T10:16:29Z</dcterms:created>
  <dcterms:modified xsi:type="dcterms:W3CDTF">2024-11-07T06:09:13Z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0x010100FFC78B6AAC75C54EA120CA0A3F644464</vt:lpwstr>
  </property>
</Properties>
</file>